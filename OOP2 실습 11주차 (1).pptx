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4" r:id="rId2"/>
  </p:sldMasterIdLst>
  <p:notesMasterIdLst>
    <p:notesMasterId r:id="rId19"/>
  </p:notesMasterIdLst>
  <p:handoutMasterIdLst>
    <p:handoutMasterId r:id="rId20"/>
  </p:handoutMasterIdLst>
  <p:sldIdLst>
    <p:sldId id="291" r:id="rId3"/>
    <p:sldId id="393" r:id="rId4"/>
    <p:sldId id="398" r:id="rId5"/>
    <p:sldId id="396" r:id="rId6"/>
    <p:sldId id="399" r:id="rId7"/>
    <p:sldId id="400" r:id="rId8"/>
    <p:sldId id="401" r:id="rId9"/>
    <p:sldId id="402" r:id="rId10"/>
    <p:sldId id="403" r:id="rId11"/>
    <p:sldId id="404" r:id="rId12"/>
    <p:sldId id="405" r:id="rId13"/>
    <p:sldId id="406" r:id="rId14"/>
    <p:sldId id="394" r:id="rId15"/>
    <p:sldId id="284" r:id="rId16"/>
    <p:sldId id="392" r:id="rId17"/>
    <p:sldId id="306" r:id="rId18"/>
  </p:sldIdLst>
  <p:sldSz cx="9144000" cy="6858000" type="screen4x3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90AFD4"/>
    <a:srgbClr val="B1C7E1"/>
    <a:srgbClr val="C2E2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03" autoAdjust="0"/>
    <p:restoredTop sz="84991" autoAdjust="0"/>
  </p:normalViewPr>
  <p:slideViewPr>
    <p:cSldViewPr>
      <p:cViewPr varScale="1">
        <p:scale>
          <a:sx n="65" d="100"/>
          <a:sy n="65" d="100"/>
        </p:scale>
        <p:origin x="1884" y="6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>
              <a:latin typeface="Arial Unicode MS" panose="020B0604020202020204" pitchFamily="50" charset="-127"/>
              <a:ea typeface="Arial Unicode MS" panose="020B06040202020202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CE3874-7BFA-4E6E-BE86-60B30CE4A117}" type="datetimeFigureOut">
              <a:rPr lang="ko-KR" altLang="en-US" smtClean="0">
                <a:latin typeface="Arial Unicode MS" panose="020B0604020202020204" pitchFamily="50" charset="-127"/>
                <a:ea typeface="Arial Unicode MS" panose="020B0604020202020204" pitchFamily="50" charset="-127"/>
              </a:rPr>
              <a:t>2016-11-10</a:t>
            </a:fld>
            <a:endParaRPr lang="ko-KR" altLang="en-US" dirty="0">
              <a:latin typeface="Arial Unicode MS" panose="020B0604020202020204" pitchFamily="50" charset="-127"/>
              <a:ea typeface="Arial Unicode MS" panose="020B06040202020202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>
              <a:latin typeface="Arial Unicode MS" panose="020B0604020202020204" pitchFamily="50" charset="-127"/>
              <a:ea typeface="Arial Unicode MS" panose="020B06040202020202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FB3E06-38D3-47EF-AE2A-C4CBEBCA5DE5}" type="slidenum">
              <a:rPr lang="ko-KR" altLang="en-US" smtClean="0">
                <a:latin typeface="Arial Unicode MS" panose="020B0604020202020204" pitchFamily="50" charset="-127"/>
                <a:ea typeface="Arial Unicode MS" panose="020B0604020202020204" pitchFamily="50" charset="-127"/>
              </a:rPr>
              <a:t>‹#›</a:t>
            </a:fld>
            <a:endParaRPr lang="ko-KR" altLang="en-US" dirty="0">
              <a:latin typeface="Arial Unicode MS" panose="020B0604020202020204" pitchFamily="50" charset="-127"/>
              <a:ea typeface="Arial Unicode MS" panose="020B06040202020202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480944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 Unicode MS" panose="020B0604020202020204" pitchFamily="50" charset="-127"/>
                <a:ea typeface="Arial Unicode MS" panose="020B06040202020202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1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 Unicode MS" panose="020B0604020202020204" pitchFamily="50" charset="-127"/>
                <a:ea typeface="Arial Unicode MS" panose="020B0604020202020204" pitchFamily="50" charset="-127"/>
              </a:defRPr>
            </a:lvl1pPr>
          </a:lstStyle>
          <a:p>
            <a:fld id="{B139F31C-191E-4666-8F67-D37AE9CD3BE8}" type="datetimeFigureOut">
              <a:rPr lang="ko-KR" altLang="en-US" smtClean="0"/>
              <a:pPr/>
              <a:t>2016-11-10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1241425"/>
            <a:ext cx="446405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 Unicode MS" panose="020B0604020202020204" pitchFamily="50" charset="-127"/>
                <a:ea typeface="Arial Unicode MS" panose="020B06040202020202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 Unicode MS" panose="020B0604020202020204" pitchFamily="50" charset="-127"/>
                <a:ea typeface="Arial Unicode MS" panose="020B0604020202020204" pitchFamily="50" charset="-127"/>
              </a:defRPr>
            </a:lvl1pPr>
          </a:lstStyle>
          <a:p>
            <a:fld id="{5BF70FA3-CB09-4D27-BFC7-0900EDFEFCE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181569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Arial Unicode MS" panose="020B0604020202020204" pitchFamily="50" charset="-127"/>
        <a:ea typeface="Arial Unicode MS" panose="020B0604020202020204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Arial Unicode MS" panose="020B0604020202020204" pitchFamily="50" charset="-127"/>
        <a:ea typeface="Arial Unicode MS" panose="020B0604020202020204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Arial Unicode MS" panose="020B0604020202020204" pitchFamily="50" charset="-127"/>
        <a:ea typeface="Arial Unicode MS" panose="020B0604020202020204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Arial Unicode MS" panose="020B0604020202020204" pitchFamily="50" charset="-127"/>
        <a:ea typeface="Arial Unicode MS" panose="020B0604020202020204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Arial Unicode MS" panose="020B0604020202020204" pitchFamily="50" charset="-127"/>
        <a:ea typeface="Arial Unicode MS" panose="020B06040202020202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45565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36641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9467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31542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46418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10511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67079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98983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19851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91917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23192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76746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2917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48259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1906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60348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58761-C7AC-4ADE-A25A-DF9FD0E8ABA4}" type="datetime1">
              <a:rPr lang="ko-KR" altLang="en-US" smtClean="0"/>
              <a:t>2016-11-10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3542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952C0-5A51-423A-BFFF-6C1A9D868433}" type="datetime1">
              <a:rPr lang="ko-KR" altLang="en-US" smtClean="0"/>
              <a:t>2016-11-10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1041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9331C-83AF-4C12-89EF-450C82CA4F44}" type="datetime1">
              <a:rPr lang="ko-KR" altLang="en-US" smtClean="0"/>
              <a:t>2016-11-10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7555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A0BFF-9A58-4775-9339-ECAA48BEE7D6}" type="datetime1">
              <a:rPr lang="ko-KR" altLang="en-US" smtClean="0"/>
              <a:t>2016-11-10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46497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8E2CC-0499-453B-AC2D-F2522AE35D71}" type="datetime1">
              <a:rPr lang="ko-KR" altLang="en-US" smtClean="0"/>
              <a:t>2016-11-10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4663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8C783-6BB1-4F53-86B6-83B4A1FE8FAC}" type="datetime1">
              <a:rPr lang="ko-KR" altLang="en-US" smtClean="0"/>
              <a:t>2016-11-10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0831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65D2D-D4AC-40BE-B792-71C1E46F7B81}" type="datetime1">
              <a:rPr lang="ko-KR" altLang="en-US" smtClean="0"/>
              <a:t>2016-11-10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4299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DE20A-35E3-4F0D-A3F8-3149666FD494}" type="datetime1">
              <a:rPr lang="ko-KR" altLang="en-US" smtClean="0"/>
              <a:t>2016-11-10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07163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977B8-D269-40AA-BD66-0C9CE2A90C3C}" type="datetime1">
              <a:rPr lang="ko-KR" altLang="en-US" smtClean="0"/>
              <a:t>2016-11-10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5117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1F70B-4ABC-4A1C-A2F3-ACDD254842BB}" type="datetime1">
              <a:rPr lang="ko-KR" altLang="en-US" smtClean="0"/>
              <a:t>2016-11-10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870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69847-BFB1-4862-BC1F-4B42CE510BE5}" type="datetime1">
              <a:rPr lang="ko-KR" altLang="en-US" smtClean="0"/>
              <a:t>2016-11-10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97490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8E54-1C83-4620-B5DC-1C9270F95D6E}" type="datetimeFigureOut">
              <a:rPr lang="ko-KR" altLang="en-US" smtClean="0"/>
              <a:t>2016-11-10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862F-095E-410C-BC4C-5B69443CF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79277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8E54-1C83-4620-B5DC-1C9270F95D6E}" type="datetimeFigureOut">
              <a:rPr lang="ko-KR" altLang="en-US" smtClean="0"/>
              <a:t>2016-11-10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862F-095E-410C-BC4C-5B69443CF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3654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8E54-1C83-4620-B5DC-1C9270F95D6E}" type="datetimeFigureOut">
              <a:rPr lang="ko-KR" altLang="en-US" smtClean="0"/>
              <a:t>2016-11-10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862F-095E-410C-BC4C-5B69443CF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79899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8E54-1C83-4620-B5DC-1C9270F95D6E}" type="datetimeFigureOut">
              <a:rPr lang="ko-KR" altLang="en-US" smtClean="0"/>
              <a:t>2016-11-10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862F-095E-410C-BC4C-5B69443CF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52134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8E54-1C83-4620-B5DC-1C9270F95D6E}" type="datetimeFigureOut">
              <a:rPr lang="ko-KR" altLang="en-US" smtClean="0"/>
              <a:t>2016-11-10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862F-095E-410C-BC4C-5B69443CF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3562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8E54-1C83-4620-B5DC-1C9270F95D6E}" type="datetimeFigureOut">
              <a:rPr lang="ko-KR" altLang="en-US" smtClean="0"/>
              <a:t>2016-11-10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862F-095E-410C-BC4C-5B69443CF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853189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8E54-1C83-4620-B5DC-1C9270F95D6E}" type="datetimeFigureOut">
              <a:rPr lang="ko-KR" altLang="en-US" smtClean="0"/>
              <a:t>2016-11-10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862F-095E-410C-BC4C-5B69443CF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27862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8E54-1C83-4620-B5DC-1C9270F95D6E}" type="datetimeFigureOut">
              <a:rPr lang="ko-KR" altLang="en-US" smtClean="0"/>
              <a:t>2016-11-10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862F-095E-410C-BC4C-5B69443CF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402558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8E54-1C83-4620-B5DC-1C9270F95D6E}" type="datetimeFigureOut">
              <a:rPr lang="ko-KR" altLang="en-US" smtClean="0"/>
              <a:t>2016-11-10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862F-095E-410C-BC4C-5B69443CF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899192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8E54-1C83-4620-B5DC-1C9270F95D6E}" type="datetimeFigureOut">
              <a:rPr lang="ko-KR" altLang="en-US" smtClean="0"/>
              <a:t>2016-11-10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862F-095E-410C-BC4C-5B69443CF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67477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8E54-1C83-4620-B5DC-1C9270F95D6E}" type="datetimeFigureOut">
              <a:rPr lang="ko-KR" altLang="en-US" smtClean="0"/>
              <a:t>2016-11-10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862F-095E-410C-BC4C-5B69443CF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67441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defRPr>
            </a:lvl1pPr>
          </a:lstStyle>
          <a:p>
            <a:fld id="{3DCF4BCA-F02B-4388-9CC9-9E88F19F949E}" type="datetime1">
              <a:rPr lang="ko-KR" altLang="en-US" smtClean="0"/>
              <a:pPr/>
              <a:t>2016-11-10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defRPr>
            </a:lvl1pPr>
          </a:lstStyle>
          <a:p>
            <a:fld id="{6B102114-8B7A-4408-B8CB-F3C50019E68F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6165304"/>
            <a:ext cx="2051720" cy="602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17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Arial Unicode MS" panose="020B0604020202020204" pitchFamily="50" charset="-127"/>
          <a:ea typeface="Arial Unicode MS" panose="020B0604020202020204" pitchFamily="50" charset="-127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 Unicode MS" panose="020B0604020202020204" pitchFamily="50" charset="-127"/>
          <a:ea typeface="Arial Unicode MS" panose="020B0604020202020204" pitchFamily="50" charset="-127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 Unicode MS" panose="020B0604020202020204" pitchFamily="50" charset="-127"/>
          <a:ea typeface="Arial Unicode MS" panose="020B0604020202020204" pitchFamily="50" charset="-127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 Unicode MS" panose="020B0604020202020204" pitchFamily="50" charset="-127"/>
          <a:ea typeface="Arial Unicode MS" panose="020B0604020202020204" pitchFamily="50" charset="-127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 Unicode MS" panose="020B0604020202020204" pitchFamily="50" charset="-127"/>
          <a:ea typeface="Arial Unicode MS" panose="020B0604020202020204" pitchFamily="50" charset="-127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 Unicode MS" panose="020B0604020202020204" pitchFamily="50" charset="-127"/>
          <a:ea typeface="Arial Unicode MS" panose="020B0604020202020204" pitchFamily="50" charset="-127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948E54-1C83-4620-B5DC-1C9270F95D6E}" type="datetimeFigureOut">
              <a:rPr lang="ko-KR" altLang="en-US" smtClean="0"/>
              <a:t>2016-11-10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69862F-095E-410C-BC4C-5B69443CF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4021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56478" y="1844824"/>
            <a:ext cx="8892480" cy="1985392"/>
          </a:xfrm>
        </p:spPr>
        <p:txBody>
          <a:bodyPr>
            <a:normAutofit/>
          </a:bodyPr>
          <a:lstStyle/>
          <a:p>
            <a:r>
              <a:rPr lang="en-US" altLang="ko-KR" sz="4800" b="1" dirty="0">
                <a:solidFill>
                  <a:srgbClr val="C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Object-oriented Programming</a:t>
            </a:r>
            <a:endParaRPr lang="ko-KR" altLang="en-US" sz="4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1</a:t>
            </a:fld>
            <a:endParaRPr lang="ko-KR" altLang="en-US"/>
          </a:p>
        </p:txBody>
      </p:sp>
      <p:sp>
        <p:nvSpPr>
          <p:cNvPr id="5" name="부제목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 11</a:t>
            </a:r>
            <a:endParaRPr lang="ko-KR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71125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7632848" cy="1143000"/>
          </a:xfrm>
        </p:spPr>
        <p:txBody>
          <a:bodyPr>
            <a:normAutofit/>
          </a:bodyPr>
          <a:lstStyle/>
          <a:p>
            <a:pPr algn="l"/>
            <a:r>
              <a:rPr lang="en-US" altLang="ko-KR" sz="40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Program 1</a:t>
            </a:r>
            <a:endParaRPr lang="ko-KR" altLang="en-US" sz="4000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2</a:t>
            </a:fld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747" y="1063547"/>
            <a:ext cx="8242506" cy="4730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5322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7632848" cy="1143000"/>
          </a:xfrm>
        </p:spPr>
        <p:txBody>
          <a:bodyPr>
            <a:normAutofit/>
          </a:bodyPr>
          <a:lstStyle/>
          <a:p>
            <a:pPr algn="l"/>
            <a:r>
              <a:rPr lang="en-US" altLang="ko-KR" sz="40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Program 2</a:t>
            </a:r>
            <a:endParaRPr lang="ko-KR" altLang="en-US" sz="4000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3</a:t>
            </a:fld>
            <a:endParaRPr lang="ko-KR" altLang="en-US"/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24192" y="1600200"/>
            <a:ext cx="7895615" cy="4525963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8539" y="5281054"/>
            <a:ext cx="2475191" cy="640135"/>
          </a:xfrm>
          <a:prstGeom prst="rect">
            <a:avLst/>
          </a:prstGeom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5760" y="81277"/>
            <a:ext cx="4762717" cy="25774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6247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7632848" cy="1143000"/>
          </a:xfrm>
        </p:spPr>
        <p:txBody>
          <a:bodyPr>
            <a:normAutofit/>
          </a:bodyPr>
          <a:lstStyle/>
          <a:p>
            <a:pPr algn="l"/>
            <a:r>
              <a:rPr lang="en-US" altLang="ko-KR" sz="40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Program 3</a:t>
            </a:r>
            <a:endParaRPr lang="ko-KR" altLang="en-US" sz="4000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4</a:t>
            </a:fld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747" y="1054402"/>
            <a:ext cx="8242506" cy="4749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8722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7632848" cy="1143000"/>
          </a:xfrm>
        </p:spPr>
        <p:txBody>
          <a:bodyPr>
            <a:normAutofit/>
          </a:bodyPr>
          <a:lstStyle/>
          <a:p>
            <a:pPr algn="l"/>
            <a:r>
              <a:rPr lang="en-US" altLang="ko-KR" sz="40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Program 4</a:t>
            </a:r>
            <a:endParaRPr lang="ko-KR" altLang="en-US" sz="4000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5</a:t>
            </a:fld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747" y="1054402"/>
            <a:ext cx="8242506" cy="4749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4809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7632848" cy="1143000"/>
          </a:xfrm>
        </p:spPr>
        <p:txBody>
          <a:bodyPr>
            <a:normAutofit/>
          </a:bodyPr>
          <a:lstStyle/>
          <a:p>
            <a:pPr algn="l"/>
            <a:r>
              <a:rPr lang="en-US" altLang="ko-KR" sz="40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Program 5</a:t>
            </a:r>
            <a:endParaRPr lang="ko-KR" altLang="en-US" sz="4000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6</a:t>
            </a:fld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747" y="1060498"/>
            <a:ext cx="8242506" cy="4737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357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7632848" cy="1143000"/>
          </a:xfrm>
        </p:spPr>
        <p:txBody>
          <a:bodyPr>
            <a:normAutofit/>
          </a:bodyPr>
          <a:lstStyle/>
          <a:p>
            <a:pPr algn="l"/>
            <a:r>
              <a:rPr lang="en-US" altLang="ko-KR" sz="40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Program 6</a:t>
            </a:r>
            <a:endParaRPr lang="ko-KR" altLang="en-US" sz="4000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7</a:t>
            </a:fld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747" y="1060498"/>
            <a:ext cx="8242506" cy="4737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6282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7632848" cy="1143000"/>
          </a:xfrm>
        </p:spPr>
        <p:txBody>
          <a:bodyPr>
            <a:normAutofit/>
          </a:bodyPr>
          <a:lstStyle/>
          <a:p>
            <a:pPr algn="l"/>
            <a:r>
              <a:rPr lang="en-US" altLang="ko-KR" sz="40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Program 7</a:t>
            </a:r>
            <a:endParaRPr lang="ko-KR" altLang="en-US" sz="4000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8</a:t>
            </a:fld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747" y="1066595"/>
            <a:ext cx="8242506" cy="4724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5781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7632848" cy="1143000"/>
          </a:xfrm>
        </p:spPr>
        <p:txBody>
          <a:bodyPr>
            <a:normAutofit/>
          </a:bodyPr>
          <a:lstStyle/>
          <a:p>
            <a:pPr algn="l"/>
            <a:r>
              <a:rPr lang="en-US" altLang="ko-KR" sz="40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Program 7 </a:t>
            </a:r>
            <a:r>
              <a:rPr lang="en-US" altLang="ko-KR" sz="4000" b="1" dirty="0" err="1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cont</a:t>
            </a:r>
            <a:endParaRPr lang="ko-KR" altLang="en-US" sz="4000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9</a:t>
            </a:fld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747" y="1066595"/>
            <a:ext cx="8242506" cy="4724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5555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7632848" cy="1143000"/>
          </a:xfrm>
        </p:spPr>
        <p:txBody>
          <a:bodyPr>
            <a:normAutofit/>
          </a:bodyPr>
          <a:lstStyle/>
          <a:p>
            <a:pPr algn="l"/>
            <a:r>
              <a:rPr lang="en-US" altLang="ko-KR" sz="40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Program 8</a:t>
            </a:r>
            <a:endParaRPr lang="ko-KR" altLang="en-US" sz="4000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10</a:t>
            </a:fld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747" y="1066595"/>
            <a:ext cx="8242506" cy="4724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8933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7632848" cy="1143000"/>
          </a:xfrm>
        </p:spPr>
        <p:txBody>
          <a:bodyPr>
            <a:normAutofit/>
          </a:bodyPr>
          <a:lstStyle/>
          <a:p>
            <a:pPr algn="l"/>
            <a:r>
              <a:rPr lang="en-US" altLang="ko-KR" sz="40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Program 9</a:t>
            </a:r>
            <a:endParaRPr lang="ko-KR" altLang="en-US" sz="4000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11</a:t>
            </a:fld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747" y="1060498"/>
            <a:ext cx="8242506" cy="4737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0288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7632848" cy="1143000"/>
          </a:xfrm>
        </p:spPr>
        <p:txBody>
          <a:bodyPr>
            <a:normAutofit/>
          </a:bodyPr>
          <a:lstStyle/>
          <a:p>
            <a:pPr algn="l"/>
            <a:r>
              <a:rPr lang="en-US" altLang="ko-KR" sz="40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Program 10</a:t>
            </a:r>
            <a:endParaRPr lang="ko-KR" altLang="en-US" sz="4000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12</a:t>
            </a:fld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747" y="1066595"/>
            <a:ext cx="8242506" cy="4724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5566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7632848" cy="1143000"/>
          </a:xfrm>
        </p:spPr>
        <p:txBody>
          <a:bodyPr>
            <a:normAutofit/>
          </a:bodyPr>
          <a:lstStyle/>
          <a:p>
            <a:pPr algn="l"/>
            <a:r>
              <a:rPr lang="en-US" altLang="ko-KR" sz="40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IO manipulator</a:t>
            </a:r>
            <a:endParaRPr lang="ko-KR" altLang="en-US" sz="4000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b="1" dirty="0"/>
              <a:t>스트림 형식 상태와 스트림 </a:t>
            </a:r>
            <a:r>
              <a:rPr lang="ko-KR" altLang="en-US" b="1" dirty="0" err="1"/>
              <a:t>조작자</a:t>
            </a:r>
            <a:endParaRPr lang="ko-KR" alt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ko-KR" sz="2000" dirty="0" err="1"/>
              <a:t>skipws</a:t>
            </a:r>
            <a:r>
              <a:rPr lang="en-US" altLang="ko-KR" sz="2000" dirty="0"/>
              <a:t> </a:t>
            </a:r>
            <a:r>
              <a:rPr lang="ko-KR" altLang="en-US" sz="2000" dirty="0"/>
              <a:t>공백문자 무시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ko-KR" sz="2000" dirty="0"/>
              <a:t>left </a:t>
            </a:r>
            <a:r>
              <a:rPr lang="ko-KR" altLang="en-US" sz="2000" dirty="0"/>
              <a:t>필드에 출력을 </a:t>
            </a:r>
            <a:r>
              <a:rPr lang="ko-KR" altLang="en-US" sz="2000" dirty="0" err="1"/>
              <a:t>왼쪽정렬</a:t>
            </a:r>
            <a:endParaRPr lang="ko-KR" altLang="en-US" sz="20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ko-KR" sz="2000" dirty="0"/>
              <a:t>right </a:t>
            </a:r>
            <a:r>
              <a:rPr lang="ko-KR" altLang="en-US" sz="2000" dirty="0"/>
              <a:t>필드에 출력을 </a:t>
            </a:r>
            <a:r>
              <a:rPr lang="ko-KR" altLang="en-US" sz="2000" dirty="0" err="1"/>
              <a:t>오른쪽정렬</a:t>
            </a:r>
            <a:r>
              <a:rPr lang="en-US" altLang="ko-KR" sz="2000" dirty="0"/>
              <a:t>,</a:t>
            </a:r>
            <a:r>
              <a:rPr lang="ko-KR" altLang="en-US" sz="2000" dirty="0"/>
              <a:t>필요시 </a:t>
            </a:r>
            <a:r>
              <a:rPr lang="ko-KR" altLang="en-US" sz="2000" dirty="0" err="1"/>
              <a:t>채움문자</a:t>
            </a:r>
            <a:endParaRPr lang="ko-KR" altLang="en-US" sz="20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ko-KR" sz="2000" dirty="0"/>
              <a:t>internal </a:t>
            </a:r>
            <a:r>
              <a:rPr lang="ko-KR" altLang="en-US" sz="2000" dirty="0"/>
              <a:t>부호는 </a:t>
            </a:r>
            <a:r>
              <a:rPr lang="ko-KR" altLang="en-US" sz="2000" dirty="0" err="1"/>
              <a:t>왼쪽정렬</a:t>
            </a:r>
            <a:r>
              <a:rPr lang="en-US" altLang="ko-KR" sz="2000" dirty="0"/>
              <a:t>, </a:t>
            </a:r>
            <a:r>
              <a:rPr lang="ko-KR" altLang="en-US" sz="2000" dirty="0"/>
              <a:t>숫자는 </a:t>
            </a:r>
            <a:r>
              <a:rPr lang="ko-KR" altLang="en-US" sz="2000" dirty="0" err="1"/>
              <a:t>오른쪽정렬</a:t>
            </a:r>
            <a:endParaRPr lang="ko-KR" altLang="en-US" sz="20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ko-KR" sz="2000" dirty="0" err="1"/>
              <a:t>showbase</a:t>
            </a:r>
            <a:r>
              <a:rPr lang="en-US" altLang="ko-KR" sz="2000" dirty="0"/>
              <a:t> </a:t>
            </a:r>
            <a:r>
              <a:rPr lang="ko-KR" altLang="en-US" sz="2000" dirty="0"/>
              <a:t>진법을 </a:t>
            </a:r>
            <a:r>
              <a:rPr lang="ko-KR" altLang="en-US" sz="2000" dirty="0" err="1"/>
              <a:t>숫자앞에</a:t>
            </a:r>
            <a:r>
              <a:rPr lang="ko-KR" altLang="en-US" sz="2000" dirty="0"/>
              <a:t> 출력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ko-KR" sz="2000" dirty="0" err="1"/>
              <a:t>showpoint</a:t>
            </a:r>
            <a:r>
              <a:rPr lang="en-US" altLang="ko-KR" sz="2000" dirty="0"/>
              <a:t> </a:t>
            </a:r>
            <a:r>
              <a:rPr lang="ko-KR" altLang="en-US" sz="2000" dirty="0" err="1"/>
              <a:t>부동소숫점을</a:t>
            </a:r>
            <a:r>
              <a:rPr lang="ko-KR" altLang="en-US" sz="2000" dirty="0"/>
              <a:t> </a:t>
            </a:r>
            <a:r>
              <a:rPr lang="en-US" altLang="ko-KR" sz="2000" dirty="0"/>
              <a:t>10</a:t>
            </a:r>
            <a:r>
              <a:rPr lang="ko-KR" altLang="en-US" sz="2000" dirty="0"/>
              <a:t>진수 </a:t>
            </a:r>
            <a:r>
              <a:rPr lang="ko-KR" altLang="en-US" sz="2000" dirty="0" err="1"/>
              <a:t>소숫점으로</a:t>
            </a:r>
            <a:r>
              <a:rPr lang="en-US" altLang="ko-KR" sz="2000" dirty="0"/>
              <a:t>, fixed</a:t>
            </a:r>
            <a:r>
              <a:rPr lang="ko-KR" altLang="en-US" sz="2000" dirty="0"/>
              <a:t>와 함께 사용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ko-KR" sz="2000" dirty="0"/>
              <a:t>uppercase 16</a:t>
            </a:r>
            <a:r>
              <a:rPr lang="ko-KR" altLang="en-US" sz="2000" dirty="0"/>
              <a:t>진수와 </a:t>
            </a:r>
            <a:r>
              <a:rPr lang="ko-KR" altLang="en-US" sz="2000" dirty="0" err="1"/>
              <a:t>과학표시에쓰는</a:t>
            </a:r>
            <a:r>
              <a:rPr lang="ko-KR" altLang="en-US" sz="2000" dirty="0"/>
              <a:t> 대문자 지정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ko-KR" sz="2000" dirty="0" err="1"/>
              <a:t>showpos</a:t>
            </a:r>
            <a:r>
              <a:rPr lang="en-US" altLang="ko-KR" sz="2000" dirty="0"/>
              <a:t> </a:t>
            </a:r>
            <a:r>
              <a:rPr lang="ko-KR" altLang="en-US" sz="2000" dirty="0"/>
              <a:t>양수에 더하기 부호 지정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ko-KR" sz="2000" dirty="0"/>
              <a:t>scientific </a:t>
            </a:r>
            <a:r>
              <a:rPr lang="ko-KR" altLang="en-US" sz="2000" dirty="0"/>
              <a:t>과학표기에서 </a:t>
            </a:r>
            <a:r>
              <a:rPr lang="ko-KR" altLang="en-US" sz="2000" dirty="0" err="1"/>
              <a:t>소숫점</a:t>
            </a:r>
            <a:r>
              <a:rPr lang="ko-KR" altLang="en-US" sz="2000" dirty="0"/>
              <a:t> 출력형태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ko-KR" sz="2000" dirty="0"/>
              <a:t>fixed </a:t>
            </a:r>
            <a:r>
              <a:rPr lang="ko-KR" altLang="en-US" sz="2000" dirty="0"/>
              <a:t>고정된 </a:t>
            </a:r>
            <a:r>
              <a:rPr lang="ko-KR" altLang="en-US" sz="2000" dirty="0" err="1"/>
              <a:t>소숫점</a:t>
            </a:r>
            <a:r>
              <a:rPr lang="ko-KR" altLang="en-US" sz="2000" dirty="0"/>
              <a:t> 표기</a:t>
            </a:r>
          </a:p>
        </p:txBody>
      </p:sp>
    </p:spTree>
    <p:extLst>
      <p:ext uri="{BB962C8B-B14F-4D97-AF65-F5344CB8AC3E}">
        <p14:creationId xmlns:p14="http://schemas.microsoft.com/office/powerpoint/2010/main" val="6131634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7632848" cy="1143000"/>
          </a:xfrm>
        </p:spPr>
        <p:txBody>
          <a:bodyPr>
            <a:normAutofit/>
          </a:bodyPr>
          <a:lstStyle/>
          <a:p>
            <a:pPr algn="l"/>
            <a:r>
              <a:rPr lang="ko-KR" altLang="en-US" sz="40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과제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251520" y="1400686"/>
            <a:ext cx="9083352" cy="4709160"/>
          </a:xfrm>
        </p:spPr>
        <p:txBody>
          <a:bodyPr>
            <a:normAutofit/>
          </a:bodyPr>
          <a:lstStyle/>
          <a:p>
            <a:r>
              <a:rPr lang="en-US" altLang="ko-KR" sz="2200" dirty="0">
                <a:latin typeface="+mn-lt"/>
              </a:rPr>
              <a:t>9</a:t>
            </a:r>
            <a:r>
              <a:rPr lang="ko-KR" altLang="en-US" sz="2200" dirty="0">
                <a:latin typeface="+mn-lt"/>
              </a:rPr>
              <a:t>주차 과제의 수정</a:t>
            </a:r>
            <a:endParaRPr lang="en-US" altLang="ko-KR" sz="2200" dirty="0">
              <a:latin typeface="+mn-lt"/>
            </a:endParaRPr>
          </a:p>
          <a:p>
            <a:r>
              <a:rPr lang="en-US" altLang="ko-KR" sz="2200" dirty="0">
                <a:latin typeface="+mn-lt"/>
              </a:rPr>
              <a:t>string type -&gt; char [] or char*</a:t>
            </a:r>
          </a:p>
          <a:p>
            <a:r>
              <a:rPr lang="en-US" altLang="ko-KR" sz="2200">
                <a:latin typeface="+mn-lt"/>
              </a:rPr>
              <a:t>cin.get</a:t>
            </a:r>
            <a:r>
              <a:rPr lang="en-US" altLang="ko-KR" sz="2200" dirty="0">
                <a:latin typeface="+mn-lt"/>
              </a:rPr>
              <a:t>()</a:t>
            </a:r>
          </a:p>
          <a:p>
            <a:r>
              <a:rPr lang="ko-KR" altLang="en-US" sz="2200" dirty="0">
                <a:latin typeface="+mn-lt"/>
              </a:rPr>
              <a:t>위 과정에서 발생하는 모든 문제는 </a:t>
            </a:r>
            <a:r>
              <a:rPr lang="en-US" altLang="ko-KR" sz="2200" dirty="0">
                <a:latin typeface="+mn-lt"/>
              </a:rPr>
              <a:t>error flag</a:t>
            </a:r>
            <a:r>
              <a:rPr lang="ko-KR" altLang="en-US" sz="2200" dirty="0">
                <a:latin typeface="+mn-lt"/>
              </a:rPr>
              <a:t>를 이용하여 해결</a:t>
            </a:r>
            <a:endParaRPr lang="en-US" altLang="ko-KR" sz="2200" dirty="0">
              <a:latin typeface="+mn-lt"/>
            </a:endParaRPr>
          </a:p>
          <a:p>
            <a:r>
              <a:rPr lang="en-US" altLang="ko-KR" sz="2200" dirty="0">
                <a:latin typeface="+mn-lt"/>
              </a:rPr>
              <a:t>stream input</a:t>
            </a:r>
            <a:r>
              <a:rPr lang="ko-KR" altLang="en-US" sz="2200" dirty="0">
                <a:latin typeface="+mn-lt"/>
              </a:rPr>
              <a:t>을 포함하여 발생할 수 있는 모든 예외 상황을 처리</a:t>
            </a:r>
            <a:endParaRPr lang="en-US" altLang="ko-KR" sz="2200" dirty="0">
              <a:latin typeface="+mn-lt"/>
            </a:endParaRPr>
          </a:p>
          <a:p>
            <a:r>
              <a:rPr lang="ko-KR" altLang="en-US" sz="2200" dirty="0">
                <a:latin typeface="+mn-lt"/>
              </a:rPr>
              <a:t>정상 입력을 할 경우 </a:t>
            </a:r>
            <a:r>
              <a:rPr lang="en-US" altLang="ko-KR" sz="2200" dirty="0">
                <a:latin typeface="+mn-lt"/>
              </a:rPr>
              <a:t>9</a:t>
            </a:r>
            <a:r>
              <a:rPr lang="ko-KR" altLang="en-US" sz="2200" dirty="0">
                <a:latin typeface="+mn-lt"/>
              </a:rPr>
              <a:t>주차와 같은 결과</a:t>
            </a:r>
            <a:br>
              <a:rPr lang="en-US" altLang="ko-KR" sz="2200" dirty="0">
                <a:latin typeface="+mn-lt"/>
              </a:rPr>
            </a:br>
            <a:endParaRPr lang="en-US" altLang="ko-KR" sz="2200" dirty="0">
              <a:latin typeface="+mn-lt"/>
            </a:endParaRPr>
          </a:p>
          <a:p>
            <a:r>
              <a:rPr lang="ko-KR" altLang="en-US" sz="2200" dirty="0">
                <a:latin typeface="+mn-lt"/>
              </a:rPr>
              <a:t>주석 입력 없을 시에 감점</a:t>
            </a:r>
          </a:p>
        </p:txBody>
      </p:sp>
    </p:spTree>
    <p:extLst>
      <p:ext uri="{BB962C8B-B14F-4D97-AF65-F5344CB8AC3E}">
        <p14:creationId xmlns:p14="http://schemas.microsoft.com/office/powerpoint/2010/main" val="2425194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6103" y="260648"/>
            <a:ext cx="4695105" cy="6232955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7632848" cy="1143000"/>
          </a:xfrm>
        </p:spPr>
        <p:txBody>
          <a:bodyPr>
            <a:normAutofit/>
          </a:bodyPr>
          <a:lstStyle/>
          <a:p>
            <a:pPr algn="l"/>
            <a:r>
              <a:rPr lang="ko-KR" altLang="en-US" sz="40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결과 예시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13" name="화살표: 왼쪽 12"/>
          <p:cNvSpPr/>
          <p:nvPr/>
        </p:nvSpPr>
        <p:spPr>
          <a:xfrm>
            <a:off x="3681080" y="1988840"/>
            <a:ext cx="432048" cy="72008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화살표: 왼쪽 13"/>
          <p:cNvSpPr/>
          <p:nvPr/>
        </p:nvSpPr>
        <p:spPr>
          <a:xfrm>
            <a:off x="4977224" y="2348880"/>
            <a:ext cx="432048" cy="72008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화살표: 왼쪽 14"/>
          <p:cNvSpPr/>
          <p:nvPr/>
        </p:nvSpPr>
        <p:spPr>
          <a:xfrm>
            <a:off x="3681080" y="2924944"/>
            <a:ext cx="432048" cy="72008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화살표: 왼쪽 15"/>
          <p:cNvSpPr/>
          <p:nvPr/>
        </p:nvSpPr>
        <p:spPr>
          <a:xfrm>
            <a:off x="5265256" y="3305117"/>
            <a:ext cx="432048" cy="72008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화살표: 왼쪽 16"/>
          <p:cNvSpPr/>
          <p:nvPr/>
        </p:nvSpPr>
        <p:spPr>
          <a:xfrm>
            <a:off x="3681080" y="3878952"/>
            <a:ext cx="432048" cy="72008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화살표: 왼쪽 17"/>
          <p:cNvSpPr/>
          <p:nvPr/>
        </p:nvSpPr>
        <p:spPr>
          <a:xfrm>
            <a:off x="3681080" y="5877272"/>
            <a:ext cx="432048" cy="72008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23521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7632848" cy="1143000"/>
          </a:xfrm>
        </p:spPr>
        <p:txBody>
          <a:bodyPr>
            <a:normAutofit/>
          </a:bodyPr>
          <a:lstStyle/>
          <a:p>
            <a:pPr algn="l"/>
            <a:r>
              <a:rPr lang="en-US" altLang="ko-KR" sz="40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Test</a:t>
            </a:r>
            <a:r>
              <a:rPr lang="ko-KR" altLang="en-US" sz="40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주의사항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16</a:t>
            </a:fld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51520" y="1628800"/>
            <a:ext cx="8820472" cy="47397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/>
              <a:t>꼭 프로젝트 폴더 전체를 압축하여 제출하세요</a:t>
            </a:r>
            <a:r>
              <a:rPr lang="en-US" altLang="ko-KR" b="1" dirty="0"/>
              <a:t>. </a:t>
            </a:r>
            <a:r>
              <a:rPr lang="en-US" altLang="ko-KR" b="1" dirty="0">
                <a:solidFill>
                  <a:srgbClr val="FF0000"/>
                </a:solidFill>
              </a:rPr>
              <a:t>(</a:t>
            </a:r>
            <a:r>
              <a:rPr lang="ko-KR" altLang="en-US" b="1" dirty="0">
                <a:solidFill>
                  <a:srgbClr val="FF0000"/>
                </a:solidFill>
              </a:rPr>
              <a:t>학번</a:t>
            </a:r>
            <a:r>
              <a:rPr lang="en-US" altLang="ko-KR" b="1" dirty="0">
                <a:solidFill>
                  <a:srgbClr val="FF0000"/>
                </a:solidFill>
              </a:rPr>
              <a:t>_</a:t>
            </a:r>
            <a:r>
              <a:rPr lang="ko-KR" altLang="en-US" b="1" dirty="0">
                <a:solidFill>
                  <a:srgbClr val="FF0000"/>
                </a:solidFill>
              </a:rPr>
              <a:t>이름</a:t>
            </a:r>
            <a:r>
              <a:rPr lang="en-US" altLang="ko-KR" b="1" dirty="0">
                <a:solidFill>
                  <a:srgbClr val="FF0000"/>
                </a:solidFill>
              </a:rPr>
              <a:t>).zip</a:t>
            </a:r>
            <a:r>
              <a:rPr lang="en-US" altLang="ko-KR" b="1" dirty="0"/>
              <a:t> </a:t>
            </a:r>
            <a:r>
              <a:rPr lang="ko-KR" altLang="en-US" b="1" dirty="0"/>
              <a:t>형태로 제출</a:t>
            </a:r>
            <a:r>
              <a:rPr lang="en-US" altLang="ko-KR" b="1" dirty="0"/>
              <a:t>.</a:t>
            </a:r>
            <a:br>
              <a:rPr lang="en-US" altLang="ko-KR" b="1" dirty="0"/>
            </a:br>
            <a:br>
              <a:rPr lang="en-US" altLang="ko-KR" b="1" dirty="0"/>
            </a:br>
            <a:endParaRPr lang="en-US" altLang="ko-K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/>
              <a:t>주석 처리 </a:t>
            </a:r>
            <a:r>
              <a:rPr lang="ko-KR" altLang="en-US" sz="2400" b="1" dirty="0">
                <a:solidFill>
                  <a:srgbClr val="FF0000"/>
                </a:solidFill>
              </a:rPr>
              <a:t>굉장히 꼼꼼하게</a:t>
            </a:r>
            <a:r>
              <a:rPr lang="ko-KR" altLang="en-US" b="1" dirty="0"/>
              <a:t> 해주시기 바랍니다</a:t>
            </a:r>
            <a:r>
              <a:rPr lang="en-US" altLang="ko-KR" b="1" dirty="0"/>
              <a:t>. </a:t>
            </a:r>
            <a:r>
              <a:rPr lang="ko-KR" altLang="en-US" b="1" dirty="0"/>
              <a:t>없을 시에 감점</a:t>
            </a:r>
            <a:r>
              <a:rPr lang="en-US" altLang="ko-KR" b="1" dirty="0"/>
              <a:t>.</a:t>
            </a:r>
            <a:br>
              <a:rPr lang="en-US" altLang="ko-KR" b="1" dirty="0"/>
            </a:br>
            <a:br>
              <a:rPr lang="en-US" altLang="ko-KR" b="1" dirty="0"/>
            </a:br>
            <a:endParaRPr lang="en-US" altLang="ko-K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/>
              <a:t>수업 도중 제출을 하지 못한다면 감점이 있습니다</a:t>
            </a:r>
            <a:r>
              <a:rPr lang="en-US" altLang="ko-KR" b="1" dirty="0"/>
              <a:t>.</a:t>
            </a:r>
            <a:br>
              <a:rPr lang="en-US" altLang="ko-KR" b="1" dirty="0"/>
            </a:br>
            <a:br>
              <a:rPr lang="en-US" altLang="ko-KR" b="1" dirty="0"/>
            </a:br>
            <a:endParaRPr lang="en-US" altLang="ko-K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/>
              <a:t>과제 제출 시간이 </a:t>
            </a:r>
            <a:r>
              <a:rPr lang="en-US" altLang="ko-KR" b="1" dirty="0"/>
              <a:t>11</a:t>
            </a:r>
            <a:r>
              <a:rPr lang="ko-KR" altLang="en-US" b="1" dirty="0"/>
              <a:t>시</a:t>
            </a:r>
            <a:r>
              <a:rPr lang="en-US" altLang="ko-KR" b="1" dirty="0"/>
              <a:t>59</a:t>
            </a:r>
            <a:r>
              <a:rPr lang="ko-KR" altLang="en-US" b="1" dirty="0"/>
              <a:t>분</a:t>
            </a:r>
            <a:r>
              <a:rPr lang="en-US" altLang="ko-KR" b="1" dirty="0"/>
              <a:t>59</a:t>
            </a:r>
            <a:r>
              <a:rPr lang="ko-KR" altLang="en-US" b="1" dirty="0"/>
              <a:t>초에서 </a:t>
            </a:r>
            <a:r>
              <a:rPr lang="en-US" altLang="ko-KR" b="1" dirty="0">
                <a:solidFill>
                  <a:srgbClr val="FF0000"/>
                </a:solidFill>
              </a:rPr>
              <a:t>1</a:t>
            </a:r>
            <a:r>
              <a:rPr lang="ko-KR" altLang="en-US" b="1" dirty="0">
                <a:solidFill>
                  <a:srgbClr val="FF0000"/>
                </a:solidFill>
              </a:rPr>
              <a:t>초라도 늦으면 불인정</a:t>
            </a:r>
            <a:r>
              <a:rPr lang="en-US" altLang="ko-KR" b="1" dirty="0"/>
              <a:t>.</a:t>
            </a:r>
            <a:br>
              <a:rPr lang="en-US" altLang="ko-KR" b="1" dirty="0"/>
            </a:br>
            <a:br>
              <a:rPr lang="en-US" altLang="ko-KR" b="1" dirty="0"/>
            </a:br>
            <a:endParaRPr lang="en-US" altLang="ko-K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/>
              <a:t>과제 성적 문의는 상담시간을 참고하여 하이테크 </a:t>
            </a:r>
            <a:r>
              <a:rPr lang="en-US" altLang="ko-KR" b="1" dirty="0"/>
              <a:t>1307</a:t>
            </a:r>
            <a:r>
              <a:rPr lang="ko-KR" altLang="en-US" b="1" dirty="0"/>
              <a:t>호로 오세요</a:t>
            </a:r>
            <a:r>
              <a:rPr lang="en-US" altLang="ko-KR" b="1" dirty="0"/>
              <a:t>.</a:t>
            </a:r>
            <a:br>
              <a:rPr lang="en-US" altLang="ko-KR" b="1" dirty="0"/>
            </a:br>
            <a:r>
              <a:rPr lang="en-US" altLang="ko-KR" sz="1600" b="1" dirty="0"/>
              <a:t>(</a:t>
            </a:r>
            <a:r>
              <a:rPr lang="ko-KR" altLang="en-US" sz="1600" b="1" dirty="0"/>
              <a:t>정말 이건 감점 사유가 아니다 싶은 것만 오시길 바랍니다</a:t>
            </a:r>
            <a:r>
              <a:rPr lang="en-US" altLang="ko-KR" sz="1600" b="1" dirty="0"/>
              <a:t>.)</a:t>
            </a:r>
            <a:br>
              <a:rPr lang="en-US" altLang="ko-KR" b="1" dirty="0"/>
            </a:br>
            <a:br>
              <a:rPr lang="en-US" altLang="ko-KR" b="1" dirty="0"/>
            </a:br>
            <a:br>
              <a:rPr lang="en-US" altLang="ko-KR" sz="1400" b="1" dirty="0"/>
            </a:br>
            <a:endParaRPr lang="en-US" altLang="ko-KR" sz="1400" b="1" dirty="0"/>
          </a:p>
        </p:txBody>
      </p:sp>
    </p:spTree>
    <p:extLst>
      <p:ext uri="{BB962C8B-B14F-4D97-AF65-F5344CB8AC3E}">
        <p14:creationId xmlns:p14="http://schemas.microsoft.com/office/powerpoint/2010/main" val="23404784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2570</TotalTime>
  <Words>183</Words>
  <Application>Microsoft Office PowerPoint</Application>
  <PresentationFormat>화면 슬라이드 쇼(4:3)</PresentationFormat>
  <Paragraphs>72</Paragraphs>
  <Slides>16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16</vt:i4>
      </vt:variant>
    </vt:vector>
  </HeadingPairs>
  <TitlesOfParts>
    <vt:vector size="24" baseType="lpstr">
      <vt:lpstr>Arial Unicode MS</vt:lpstr>
      <vt:lpstr>맑은 고딕</vt:lpstr>
      <vt:lpstr>Arial</vt:lpstr>
      <vt:lpstr>Tahoma</vt:lpstr>
      <vt:lpstr>Times New Roman</vt:lpstr>
      <vt:lpstr>Wingdings</vt:lpstr>
      <vt:lpstr>Office 테마</vt:lpstr>
      <vt:lpstr>디자인 사용자 지정</vt:lpstr>
      <vt:lpstr>Object-oriented Programming</vt:lpstr>
      <vt:lpstr>Program 1</vt:lpstr>
      <vt:lpstr>Program 2</vt:lpstr>
      <vt:lpstr>Program 3</vt:lpstr>
      <vt:lpstr>Program 4</vt:lpstr>
      <vt:lpstr>Program 5</vt:lpstr>
      <vt:lpstr>Program 6</vt:lpstr>
      <vt:lpstr>Program 7</vt:lpstr>
      <vt:lpstr>Program 7 cont</vt:lpstr>
      <vt:lpstr>Program 8</vt:lpstr>
      <vt:lpstr>Program 9</vt:lpstr>
      <vt:lpstr>Program 10</vt:lpstr>
      <vt:lpstr>IO manipulator</vt:lpstr>
      <vt:lpstr>과제</vt:lpstr>
      <vt:lpstr>결과 예시</vt:lpstr>
      <vt:lpstr>Test 주의사항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OOP</dc:title>
  <dc:creator>Hanju</dc:creator>
  <cp:lastModifiedBy>namazzan93@gmail.com</cp:lastModifiedBy>
  <cp:revision>252</cp:revision>
  <cp:lastPrinted>2015-10-28T23:12:44Z</cp:lastPrinted>
  <dcterms:created xsi:type="dcterms:W3CDTF">2012-06-15T20:49:53Z</dcterms:created>
  <dcterms:modified xsi:type="dcterms:W3CDTF">2016-11-10T04:00:27Z</dcterms:modified>
</cp:coreProperties>
</file>