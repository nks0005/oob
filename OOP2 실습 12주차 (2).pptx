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19"/>
  </p:notesMasterIdLst>
  <p:handoutMasterIdLst>
    <p:handoutMasterId r:id="rId20"/>
  </p:handoutMasterIdLst>
  <p:sldIdLst>
    <p:sldId id="291" r:id="rId3"/>
    <p:sldId id="393" r:id="rId4"/>
    <p:sldId id="408" r:id="rId5"/>
    <p:sldId id="407" r:id="rId6"/>
    <p:sldId id="409" r:id="rId7"/>
    <p:sldId id="410" r:id="rId8"/>
    <p:sldId id="411" r:id="rId9"/>
    <p:sldId id="413" r:id="rId10"/>
    <p:sldId id="415" r:id="rId11"/>
    <p:sldId id="418" r:id="rId12"/>
    <p:sldId id="419" r:id="rId13"/>
    <p:sldId id="416" r:id="rId14"/>
    <p:sldId id="417" r:id="rId15"/>
    <p:sldId id="284" r:id="rId16"/>
    <p:sldId id="392" r:id="rId17"/>
    <p:sldId id="306" r:id="rId18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0AFD4"/>
    <a:srgbClr val="B1C7E1"/>
    <a:srgbClr val="C2E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3" autoAdjust="0"/>
    <p:restoredTop sz="84991" autoAdjust="0"/>
  </p:normalViewPr>
  <p:slideViewPr>
    <p:cSldViewPr>
      <p:cViewPr varScale="1">
        <p:scale>
          <a:sx n="65" d="100"/>
          <a:sy n="65" d="100"/>
        </p:scale>
        <p:origin x="188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E3874-7BFA-4E6E-BE86-60B30CE4A117}" type="datetimeFigureOut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2016-11-17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B3E06-38D3-47EF-AE2A-C4CBEBCA5DE5}" type="slidenum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‹#›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8094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B139F31C-191E-4666-8F67-D37AE9CD3BE8}" type="datetimeFigureOut">
              <a:rPr lang="ko-KR" altLang="en-US" smtClean="0"/>
              <a:pPr/>
              <a:t>2016-11-17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5BF70FA3-CB09-4D27-BFC7-0900EDFEFC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815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56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664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778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396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34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891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541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040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392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39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9913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057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4626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825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906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03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58761-C7AC-4ADE-A25A-DF9FD0E8ABA4}" type="datetime1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54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52C0-5A51-423A-BFFF-6C1A9D868433}" type="datetime1">
              <a:rPr lang="ko-KR" altLang="en-US" smtClean="0"/>
              <a:t>2016-11-17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04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331C-83AF-4C12-89EF-450C82CA4F44}" type="datetime1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5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A0BFF-9A58-4775-9339-ECAA48BEE7D6}" type="datetime1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4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2CC-0499-453B-AC2D-F2522AE35D71}" type="datetime1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66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C783-6BB1-4F53-86B6-83B4A1FE8FAC}" type="datetime1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83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5D2D-D4AC-40BE-B792-71C1E46F7B81}" type="datetime1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9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E20A-35E3-4F0D-A3F8-3149666FD494}" type="datetime1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1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77B8-D269-40AA-BD66-0C9CE2A90C3C}" type="datetime1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11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F70B-4ABC-4A1C-A2F3-ACDD254842BB}" type="datetime1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87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69847-BFB1-4862-BC1F-4B42CE510BE5}" type="datetime1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749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927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6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989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213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56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31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78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025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991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747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74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3DCF4BCA-F02B-4388-9CC9-9E88F19F949E}" type="datetime1">
              <a:rPr lang="ko-KR" altLang="en-US" smtClean="0"/>
              <a:pPr/>
              <a:t>2016-11-17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6B102114-8B7A-4408-B8CB-F3C50019E68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165304"/>
            <a:ext cx="2051720" cy="6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8E54-1C83-4620-B5DC-1C9270F95D6E}" type="datetimeFigureOut">
              <a:rPr lang="ko-KR" altLang="en-US" smtClean="0"/>
              <a:t>2016-11-17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0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6478" y="1844824"/>
            <a:ext cx="8892480" cy="1985392"/>
          </a:xfrm>
        </p:spPr>
        <p:txBody>
          <a:bodyPr>
            <a:normAutofit/>
          </a:bodyPr>
          <a:lstStyle/>
          <a:p>
            <a:r>
              <a:rPr lang="en-US" altLang="ko-KR" sz="48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Object-oriented Programming</a:t>
            </a:r>
            <a:endParaRPr lang="ko-KR" altLang="en-US" sz="4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12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1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파일 입출력 클래스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306358" y="1389046"/>
            <a:ext cx="8730138" cy="44162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err="1"/>
              <a:t>ofstream</a:t>
            </a:r>
            <a:endParaRPr lang="en-US" altLang="ko-KR" sz="2400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파일로 데이터를 쓰기 위해 사용되는 특수한 클래스</a:t>
            </a:r>
            <a:endParaRPr lang="en-US" altLang="ko-KR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iostream</a:t>
            </a:r>
            <a:r>
              <a:rPr lang="en-US" altLang="ko-KR" sz="2000" dirty="0"/>
              <a:t> </a:t>
            </a:r>
            <a:r>
              <a:rPr lang="ko-KR" altLang="en-US" sz="2000" dirty="0"/>
              <a:t>객체로부터 파생</a:t>
            </a:r>
            <a:endParaRPr lang="en-US" altLang="ko-KR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파일에 쓰려면 </a:t>
            </a:r>
            <a:r>
              <a:rPr lang="en-US" altLang="ko-KR" sz="2000" dirty="0" err="1"/>
              <a:t>ofstream</a:t>
            </a:r>
            <a:r>
              <a:rPr lang="en-US" altLang="ko-KR" sz="2000" dirty="0"/>
              <a:t> </a:t>
            </a:r>
            <a:r>
              <a:rPr lang="ko-KR" altLang="en-US" sz="2000" dirty="0"/>
              <a:t>객체를 만들고 디스크의 특정 파일과 연결</a:t>
            </a:r>
            <a:endParaRPr lang="en-US" altLang="ko-KR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ofstream</a:t>
            </a:r>
            <a:r>
              <a:rPr lang="en-US" altLang="ko-KR" sz="2000" dirty="0"/>
              <a:t> </a:t>
            </a:r>
            <a:r>
              <a:rPr lang="ko-KR" altLang="en-US" sz="2000" dirty="0"/>
              <a:t>클래스를 사용하기 위해 </a:t>
            </a:r>
            <a:r>
              <a:rPr lang="en-US" altLang="ko-KR" sz="2000" dirty="0"/>
              <a:t>#include &lt;</a:t>
            </a:r>
            <a:r>
              <a:rPr lang="en-US" altLang="ko-KR" sz="2000" dirty="0" err="1"/>
              <a:t>fstream</a:t>
            </a:r>
            <a:r>
              <a:rPr lang="en-US" altLang="ko-KR" sz="2000" dirty="0"/>
              <a:t>&gt; </a:t>
            </a:r>
            <a:r>
              <a:rPr lang="ko-KR" altLang="en-US" sz="2000" dirty="0"/>
              <a:t>포함</a:t>
            </a:r>
            <a:br>
              <a:rPr lang="en-US" altLang="ko-KR" sz="2000" dirty="0"/>
            </a:br>
            <a:endParaRPr lang="en-US" altLang="ko-KR" sz="2000" dirty="0"/>
          </a:p>
          <a:p>
            <a:r>
              <a:rPr lang="en-US" altLang="ko-KR" sz="2400" b="1" dirty="0" err="1"/>
              <a:t>Ifstream</a:t>
            </a:r>
            <a:endParaRPr lang="en-US" altLang="ko-KR" sz="2400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파일로 데이터를 읽기 위해 사용되는 특수한 클래스</a:t>
            </a:r>
            <a:endParaRPr lang="en-US" altLang="ko-KR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iostream</a:t>
            </a:r>
            <a:r>
              <a:rPr lang="en-US" altLang="ko-KR" sz="2000" dirty="0"/>
              <a:t> </a:t>
            </a:r>
            <a:r>
              <a:rPr lang="ko-KR" altLang="en-US" sz="2000" dirty="0"/>
              <a:t>객체로부터 파생</a:t>
            </a:r>
            <a:endParaRPr lang="en-US" altLang="ko-KR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파일을 읽으려면 </a:t>
            </a:r>
            <a:r>
              <a:rPr lang="en-US" altLang="ko-KR" sz="2000" dirty="0" err="1"/>
              <a:t>ifstream</a:t>
            </a:r>
            <a:r>
              <a:rPr lang="en-US" altLang="ko-KR" sz="2000" dirty="0"/>
              <a:t> </a:t>
            </a:r>
            <a:r>
              <a:rPr lang="ko-KR" altLang="en-US" sz="2000" dirty="0"/>
              <a:t>객체를 만들고 디스크의 특정 파일과 연결</a:t>
            </a:r>
            <a:endParaRPr lang="en-US" altLang="ko-KR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ifstream</a:t>
            </a:r>
            <a:r>
              <a:rPr lang="en-US" altLang="ko-KR" sz="2000" dirty="0"/>
              <a:t> </a:t>
            </a:r>
            <a:r>
              <a:rPr lang="ko-KR" altLang="en-US" sz="2000" dirty="0"/>
              <a:t>클래스를 사용하기 위해 </a:t>
            </a:r>
            <a:r>
              <a:rPr lang="en-US" altLang="ko-KR" sz="2000" dirty="0"/>
              <a:t>#include &lt;</a:t>
            </a:r>
            <a:r>
              <a:rPr lang="en-US" altLang="ko-KR" sz="2000" dirty="0" err="1"/>
              <a:t>fstream</a:t>
            </a:r>
            <a:r>
              <a:rPr lang="en-US" altLang="ko-KR" sz="2000" dirty="0"/>
              <a:t>&gt; </a:t>
            </a:r>
            <a:r>
              <a:rPr lang="ko-KR" altLang="en-US" sz="2000" dirty="0"/>
              <a:t>포함</a:t>
            </a: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lvl="1"/>
            <a:endParaRPr lang="en-US" altLang="ko-KR" sz="16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3353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파일 입출력 클래스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306358" y="1389046"/>
            <a:ext cx="8572560" cy="496730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파일 쓰기</a:t>
            </a:r>
            <a:br>
              <a:rPr lang="en-US" altLang="ko-KR" sz="2400" b="1" dirty="0"/>
            </a:br>
            <a:r>
              <a:rPr lang="en-US" altLang="ko-KR" sz="2400" b="1" dirty="0"/>
              <a:t>	</a:t>
            </a:r>
            <a:r>
              <a:rPr lang="en-US" altLang="ko-KR" sz="2000" dirty="0" err="1"/>
              <a:t>ofstream</a:t>
            </a:r>
            <a:r>
              <a:rPr lang="en-US" altLang="ko-KR" sz="2000" dirty="0"/>
              <a:t> </a:t>
            </a:r>
            <a:r>
              <a:rPr lang="ko-KR" altLang="en-US" sz="2000" dirty="0" err="1"/>
              <a:t>객체명</a:t>
            </a:r>
            <a:r>
              <a:rPr lang="en-US" altLang="ko-KR" sz="2000" dirty="0"/>
              <a:t>(“</a:t>
            </a:r>
            <a:r>
              <a:rPr lang="ko-KR" altLang="en-US" sz="2000" dirty="0"/>
              <a:t>파일명</a:t>
            </a:r>
            <a:r>
              <a:rPr lang="en-US" altLang="ko-KR" sz="2000" dirty="0"/>
              <a:t>”);</a:t>
            </a:r>
            <a:r>
              <a:rPr lang="ko-KR" altLang="en-US" sz="2400" b="1" dirty="0"/>
              <a:t> </a:t>
            </a:r>
            <a:br>
              <a:rPr lang="en-US" altLang="ko-KR" sz="2400" b="1" dirty="0"/>
            </a:br>
            <a:endParaRPr lang="en-US" altLang="ko-KR" sz="2400" b="1" dirty="0"/>
          </a:p>
          <a:p>
            <a:r>
              <a:rPr lang="ko-KR" altLang="en-US" sz="2400" b="1" dirty="0"/>
              <a:t>파일 읽기</a:t>
            </a:r>
            <a:br>
              <a:rPr lang="en-US" altLang="ko-KR" sz="2400" b="1" dirty="0"/>
            </a:br>
            <a:r>
              <a:rPr lang="en-US" altLang="ko-KR" sz="2400" b="1" dirty="0"/>
              <a:t>	</a:t>
            </a:r>
            <a:r>
              <a:rPr lang="en-US" altLang="ko-KR" sz="2000" dirty="0" err="1"/>
              <a:t>ifstream</a:t>
            </a:r>
            <a:r>
              <a:rPr lang="en-US" altLang="ko-KR" sz="2000" dirty="0"/>
              <a:t> </a:t>
            </a:r>
            <a:r>
              <a:rPr lang="ko-KR" altLang="en-US" sz="2000" dirty="0" err="1"/>
              <a:t>객체명</a:t>
            </a:r>
            <a:r>
              <a:rPr lang="en-US" altLang="ko-KR" sz="2000" dirty="0"/>
              <a:t>(“</a:t>
            </a:r>
            <a:r>
              <a:rPr lang="ko-KR" altLang="en-US" sz="2000" dirty="0"/>
              <a:t>파일명</a:t>
            </a:r>
            <a:r>
              <a:rPr lang="en-US" altLang="ko-KR" sz="2000" dirty="0">
                <a:sym typeface="Wingdings" panose="05000000000000000000" pitchFamily="2" charset="2"/>
              </a:rPr>
              <a:t>”);</a:t>
            </a:r>
            <a:br>
              <a:rPr lang="en-US" altLang="ko-KR" sz="2400" b="1" dirty="0">
                <a:sym typeface="Wingdings" panose="05000000000000000000" pitchFamily="2" charset="2"/>
              </a:rPr>
            </a:br>
            <a:br>
              <a:rPr lang="en-US" altLang="ko-KR" sz="2400" b="1" dirty="0">
                <a:sym typeface="Wingdings" panose="05000000000000000000" pitchFamily="2" charset="2"/>
              </a:rPr>
            </a:br>
            <a:r>
              <a:rPr lang="en-US" altLang="ko-KR" sz="2400" b="1" dirty="0">
                <a:sym typeface="Wingdings" panose="05000000000000000000" pitchFamily="2" charset="2"/>
              </a:rPr>
              <a:t>	</a:t>
            </a:r>
            <a:r>
              <a:rPr lang="en-US" altLang="ko-KR" sz="2000" dirty="0">
                <a:sym typeface="Wingdings" panose="05000000000000000000" pitchFamily="2" charset="2"/>
              </a:rPr>
              <a:t>or</a:t>
            </a:r>
            <a:br>
              <a:rPr lang="en-US" altLang="ko-KR" sz="2000" dirty="0">
                <a:sym typeface="Wingdings" panose="05000000000000000000" pitchFamily="2" charset="2"/>
              </a:rPr>
            </a:br>
            <a:br>
              <a:rPr lang="en-US" altLang="ko-KR" sz="2000" dirty="0">
                <a:sym typeface="Wingdings" panose="05000000000000000000" pitchFamily="2" charset="2"/>
              </a:rPr>
            </a:br>
            <a:r>
              <a:rPr lang="en-US" altLang="ko-KR" sz="2000" dirty="0">
                <a:sym typeface="Wingdings" panose="05000000000000000000" pitchFamily="2" charset="2"/>
              </a:rPr>
              <a:t>	</a:t>
            </a:r>
            <a:r>
              <a:rPr lang="en-US" altLang="ko-KR" sz="2000" dirty="0" err="1">
                <a:sym typeface="Wingdings" panose="05000000000000000000" pitchFamily="2" charset="2"/>
              </a:rPr>
              <a:t>ifstream</a:t>
            </a:r>
            <a:r>
              <a:rPr lang="en-US" altLang="ko-KR" sz="2000" dirty="0">
                <a:sym typeface="Wingdings" panose="05000000000000000000" pitchFamily="2" charset="2"/>
              </a:rPr>
              <a:t> </a:t>
            </a:r>
            <a:r>
              <a:rPr lang="ko-KR" altLang="en-US" sz="2000" dirty="0" err="1">
                <a:sym typeface="Wingdings" panose="05000000000000000000" pitchFamily="2" charset="2"/>
              </a:rPr>
              <a:t>객체명</a:t>
            </a:r>
            <a:br>
              <a:rPr lang="en-US" altLang="ko-KR" sz="2000" dirty="0">
                <a:sym typeface="Wingdings" panose="05000000000000000000" pitchFamily="2" charset="2"/>
              </a:rPr>
            </a:br>
            <a:r>
              <a:rPr lang="en-US" altLang="ko-KR" sz="2000" dirty="0">
                <a:sym typeface="Wingdings" panose="05000000000000000000" pitchFamily="2" charset="2"/>
              </a:rPr>
              <a:t>	</a:t>
            </a:r>
            <a:r>
              <a:rPr lang="ko-KR" altLang="en-US" sz="2000" dirty="0" err="1">
                <a:sym typeface="Wingdings" panose="05000000000000000000" pitchFamily="2" charset="2"/>
              </a:rPr>
              <a:t>객체명</a:t>
            </a:r>
            <a:r>
              <a:rPr lang="en-US" altLang="ko-KR" sz="2000" dirty="0">
                <a:sym typeface="Wingdings" panose="05000000000000000000" pitchFamily="2" charset="2"/>
              </a:rPr>
              <a:t>.open(“</a:t>
            </a:r>
            <a:r>
              <a:rPr lang="ko-KR" altLang="en-US" sz="2000" dirty="0">
                <a:sym typeface="Wingdings" panose="05000000000000000000" pitchFamily="2" charset="2"/>
              </a:rPr>
              <a:t>파일명</a:t>
            </a:r>
            <a:r>
              <a:rPr lang="en-US" altLang="ko-KR" sz="2000" dirty="0">
                <a:sym typeface="Wingdings" panose="05000000000000000000" pitchFamily="2" charset="2"/>
              </a:rPr>
              <a:t>); // </a:t>
            </a:r>
            <a:r>
              <a:rPr lang="ko-KR" altLang="en-US" sz="2000" dirty="0" err="1">
                <a:sym typeface="Wingdings" panose="05000000000000000000" pitchFamily="2" charset="2"/>
              </a:rPr>
              <a:t>객체명</a:t>
            </a:r>
            <a:r>
              <a:rPr lang="en-US" altLang="ko-KR" sz="2000" dirty="0">
                <a:sym typeface="Wingdings" panose="05000000000000000000" pitchFamily="2" charset="2"/>
              </a:rPr>
              <a:t>.open(“</a:t>
            </a:r>
            <a:r>
              <a:rPr lang="ko-KR" altLang="en-US" sz="2000" dirty="0">
                <a:sym typeface="Wingdings" panose="05000000000000000000" pitchFamily="2" charset="2"/>
              </a:rPr>
              <a:t>파일명</a:t>
            </a:r>
            <a:r>
              <a:rPr lang="en-US" altLang="ko-KR" sz="2000" dirty="0">
                <a:sym typeface="Wingdings" panose="05000000000000000000" pitchFamily="2" charset="2"/>
              </a:rPr>
              <a:t>”, open </a:t>
            </a:r>
            <a:r>
              <a:rPr lang="ko-KR" altLang="en-US" sz="2000" dirty="0">
                <a:sym typeface="Wingdings" panose="05000000000000000000" pitchFamily="2" charset="2"/>
              </a:rPr>
              <a:t>모드</a:t>
            </a:r>
            <a:r>
              <a:rPr lang="en-US" altLang="ko-KR" sz="2000" dirty="0">
                <a:sym typeface="Wingdings" panose="05000000000000000000" pitchFamily="2" charset="2"/>
              </a:rPr>
              <a:t>)</a:t>
            </a:r>
            <a:br>
              <a:rPr lang="en-US" altLang="ko-KR" sz="2000" dirty="0">
                <a:sym typeface="Wingdings" panose="05000000000000000000" pitchFamily="2" charset="2"/>
              </a:rPr>
            </a:br>
            <a:endParaRPr lang="en-US" altLang="ko-KR" sz="2000" dirty="0">
              <a:sym typeface="Wingdings" panose="05000000000000000000" pitchFamily="2" charset="2"/>
            </a:endParaRPr>
          </a:p>
          <a:p>
            <a:r>
              <a:rPr lang="en-US" altLang="ko-KR" sz="2400" b="1" dirty="0">
                <a:sym typeface="Wingdings" panose="05000000000000000000" pitchFamily="2" charset="2"/>
              </a:rPr>
              <a:t>close()</a:t>
            </a:r>
            <a:br>
              <a:rPr lang="en-US" altLang="ko-KR" sz="2000" dirty="0">
                <a:sym typeface="Wingdings" panose="05000000000000000000" pitchFamily="2" charset="2"/>
              </a:rPr>
            </a:br>
            <a:r>
              <a:rPr lang="en-US" altLang="ko-KR" sz="2000" dirty="0">
                <a:sym typeface="Wingdings" panose="05000000000000000000" pitchFamily="2" charset="2"/>
              </a:rPr>
              <a:t>	</a:t>
            </a:r>
            <a:r>
              <a:rPr lang="ko-KR" altLang="en-US" sz="2000" dirty="0">
                <a:sym typeface="Wingdings" panose="05000000000000000000" pitchFamily="2" charset="2"/>
              </a:rPr>
              <a:t>읽기용이나 </a:t>
            </a:r>
            <a:r>
              <a:rPr lang="ko-KR" altLang="en-US" sz="2000" dirty="0" err="1">
                <a:sym typeface="Wingdings" panose="05000000000000000000" pitchFamily="2" charset="2"/>
              </a:rPr>
              <a:t>쓰기용</a:t>
            </a:r>
            <a:r>
              <a:rPr lang="ko-KR" altLang="en-US" sz="2000" dirty="0">
                <a:sym typeface="Wingdings" panose="05000000000000000000" pitchFamily="2" charset="2"/>
              </a:rPr>
              <a:t> 파일 입출력을 마친 뒤에 사용</a:t>
            </a:r>
            <a:endParaRPr lang="en-US" altLang="ko-KR" sz="20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2292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파일 입출력 클래스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306358" y="1389046"/>
            <a:ext cx="8572560" cy="44162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/>
              <a:t>open</a:t>
            </a:r>
            <a:r>
              <a:rPr lang="ko-KR" altLang="en-US" sz="2400" b="1" dirty="0"/>
              <a:t> 모드 열거형 상수</a:t>
            </a:r>
            <a:br>
              <a:rPr lang="en-US" altLang="ko-KR" sz="2400" b="1" dirty="0"/>
            </a:br>
            <a:r>
              <a:rPr lang="en-US" altLang="ko-KR" sz="2400" b="1" dirty="0"/>
              <a:t>	</a:t>
            </a:r>
            <a:endParaRPr lang="en-US" altLang="ko-KR" sz="2000" dirty="0">
              <a:sym typeface="Wingdings" panose="05000000000000000000" pitchFamily="2" charset="2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500150"/>
              </p:ext>
            </p:extLst>
          </p:nvPr>
        </p:nvGraphicFramePr>
        <p:xfrm>
          <a:off x="436702" y="1964784"/>
          <a:ext cx="8460432" cy="2948960"/>
        </p:xfrm>
        <a:graphic>
          <a:graphicData uri="http://schemas.openxmlformats.org/drawingml/2006/table">
            <a:tbl>
              <a:tblPr/>
              <a:tblGrid>
                <a:gridCol w="1973154">
                  <a:extLst>
                    <a:ext uri="{9D8B030D-6E8A-4147-A177-3AD203B41FA5}">
                      <a16:colId xmlns:a16="http://schemas.microsoft.com/office/drawing/2014/main" val="620342611"/>
                    </a:ext>
                  </a:extLst>
                </a:gridCol>
                <a:gridCol w="6487278">
                  <a:extLst>
                    <a:ext uri="{9D8B030D-6E8A-4147-A177-3AD203B41FA5}">
                      <a16:colId xmlns:a16="http://schemas.microsoft.com/office/drawing/2014/main" val="317468422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+mn-lt"/>
                        </a:rPr>
                        <a:t>  </a:t>
                      </a:r>
                      <a:r>
                        <a:rPr lang="en-US" sz="1600" dirty="0" err="1">
                          <a:effectLst/>
                          <a:latin typeface="+mn-lt"/>
                        </a:rPr>
                        <a:t>ios</a:t>
                      </a:r>
                      <a:r>
                        <a:rPr lang="en-US" sz="1600" dirty="0">
                          <a:effectLst/>
                          <a:latin typeface="+mn-lt"/>
                        </a:rPr>
                        <a:t>::in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effectLst/>
                          <a:latin typeface="+mn-lt"/>
                        </a:rPr>
                        <a:t> 읽기만 가능한 형태로 파일 오픈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13456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+mn-lt"/>
                        </a:rPr>
                        <a:t>  ios::ate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effectLst/>
                          <a:latin typeface="+mn-lt"/>
                        </a:rPr>
                        <a:t> 파일을 오픈하면서 </a:t>
                      </a:r>
                      <a:r>
                        <a:rPr lang="ko-KR" altLang="en-US" sz="1600" dirty="0" err="1">
                          <a:effectLst/>
                          <a:latin typeface="+mn-lt"/>
                        </a:rPr>
                        <a:t>파일포인터를</a:t>
                      </a:r>
                      <a:r>
                        <a:rPr lang="ko-KR" altLang="en-US" sz="1600" dirty="0">
                          <a:effectLst/>
                          <a:latin typeface="+mn-lt"/>
                        </a:rPr>
                        <a:t> 끝부분으로 옮김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94546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+mn-lt"/>
                        </a:rPr>
                        <a:t>  ios::app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effectLst/>
                          <a:latin typeface="+mn-lt"/>
                        </a:rPr>
                        <a:t> 출력하는 데이터가 항상 파일의 끝에 기록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89709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+mn-lt"/>
                        </a:rPr>
                        <a:t>  ios::trunc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effectLst/>
                          <a:latin typeface="+mn-lt"/>
                        </a:rPr>
                        <a:t> 오픈하고자 하는 파일이 이미 있는경우</a:t>
                      </a:r>
                      <a:r>
                        <a:rPr lang="en-US" altLang="ko-KR" sz="160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600">
                          <a:effectLst/>
                          <a:latin typeface="+mn-lt"/>
                        </a:rPr>
                        <a:t>기존의 파일을 삭제하고 다시 만듬 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361019"/>
                  </a:ext>
                </a:extLst>
              </a:tr>
              <a:tr h="480080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+mn-lt"/>
                        </a:rPr>
                        <a:t>  </a:t>
                      </a:r>
                      <a:r>
                        <a:rPr lang="en-US" sz="1600" dirty="0" err="1">
                          <a:effectLst/>
                          <a:latin typeface="+mn-lt"/>
                        </a:rPr>
                        <a:t>ios</a:t>
                      </a:r>
                      <a:r>
                        <a:rPr lang="en-US" sz="1600" dirty="0">
                          <a:effectLst/>
                          <a:latin typeface="+mn-lt"/>
                        </a:rPr>
                        <a:t>::out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effectLst/>
                          <a:latin typeface="+mn-lt"/>
                        </a:rPr>
                        <a:t> 출력만 가능한 형태로 파일 오픈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1632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+mn-lt"/>
                        </a:rPr>
                        <a:t>  </a:t>
                      </a:r>
                      <a:r>
                        <a:rPr lang="en-US" sz="1600" dirty="0" err="1">
                          <a:effectLst/>
                          <a:latin typeface="+mn-lt"/>
                        </a:rPr>
                        <a:t>ios</a:t>
                      </a:r>
                      <a:r>
                        <a:rPr lang="en-US" sz="1600" dirty="0">
                          <a:effectLst/>
                          <a:latin typeface="+mn-lt"/>
                        </a:rPr>
                        <a:t>::binary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effectLst/>
                          <a:latin typeface="+mn-lt"/>
                        </a:rPr>
                        <a:t> 바이너리 파일 모드로 오픈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289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884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ofstream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예시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100" y="1196752"/>
            <a:ext cx="6407911" cy="50615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918" y="476672"/>
            <a:ext cx="2086266" cy="9907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0731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ofstream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예시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201515"/>
            <a:ext cx="5597695" cy="273630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4293096"/>
            <a:ext cx="4706441" cy="170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29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ifstream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예시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39" y="1196752"/>
            <a:ext cx="7154273" cy="49346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546953"/>
            <a:ext cx="4462066" cy="17495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03044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ifstream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예시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39" y="1196752"/>
            <a:ext cx="7154273" cy="49346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843391"/>
            <a:ext cx="4536434" cy="115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463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파일 위치 지정자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306358" y="1389046"/>
            <a:ext cx="8730138" cy="546895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err="1"/>
              <a:t>seekg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seekp</a:t>
            </a:r>
            <a:r>
              <a:rPr lang="en-US" altLang="ko-KR" sz="2400" b="1" dirty="0"/>
              <a:t> (</a:t>
            </a:r>
            <a:r>
              <a:rPr lang="en-US" altLang="ko-KR" sz="2400" b="1" dirty="0" err="1"/>
              <a:t>istream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ostream</a:t>
            </a:r>
            <a:r>
              <a:rPr lang="en-US" altLang="ko-KR" sz="2400" b="1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/>
              <a:t>C</a:t>
            </a:r>
            <a:r>
              <a:rPr lang="ko-KR" altLang="en-US" sz="2000" dirty="0"/>
              <a:t>언어에서 </a:t>
            </a:r>
            <a:r>
              <a:rPr lang="en-US" altLang="ko-KR" sz="2000" dirty="0" err="1"/>
              <a:t>fseek</a:t>
            </a:r>
            <a:r>
              <a:rPr lang="ko-KR" altLang="en-US" sz="2000" dirty="0"/>
              <a:t>과 같은 함수</a:t>
            </a:r>
            <a:endParaRPr lang="en-US" altLang="ko-KR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파일에서 현재 값을 읽어 들이는 위치를 조정할 수 있다</a:t>
            </a:r>
            <a:r>
              <a:rPr lang="en-US" altLang="ko-KR" sz="20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예시</a:t>
            </a:r>
            <a:endParaRPr lang="en-US" altLang="ko-KR" sz="20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600" dirty="0" err="1"/>
              <a:t>Fileobject.seekg</a:t>
            </a:r>
            <a:r>
              <a:rPr lang="en-US" altLang="ko-KR" sz="1600" dirty="0"/>
              <a:t>(n)  // </a:t>
            </a:r>
            <a:r>
              <a:rPr lang="en-US" altLang="ko-KR" sz="1600" dirty="0" err="1"/>
              <a:t>fileobject.seekg</a:t>
            </a:r>
            <a:r>
              <a:rPr lang="en-US" altLang="ko-KR" sz="1600" dirty="0"/>
              <a:t>(n, </a:t>
            </a:r>
            <a:r>
              <a:rPr lang="en-US" altLang="ko-KR" sz="1600" dirty="0" err="1"/>
              <a:t>ios</a:t>
            </a:r>
            <a:r>
              <a:rPr lang="en-US" altLang="ko-KR" sz="1600" dirty="0"/>
              <a:t>::beg)</a:t>
            </a:r>
            <a:endParaRPr lang="en-US" altLang="ko-KR" sz="1600" b="1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600" dirty="0" err="1"/>
              <a:t>Fileobject.seekg</a:t>
            </a:r>
            <a:r>
              <a:rPr lang="en-US" altLang="ko-KR" sz="1600" dirty="0"/>
              <a:t>(n, </a:t>
            </a:r>
            <a:r>
              <a:rPr lang="en-US" altLang="ko-KR" sz="1600" dirty="0" err="1"/>
              <a:t>ios</a:t>
            </a:r>
            <a:r>
              <a:rPr lang="en-US" altLang="ko-KR" sz="1600" dirty="0"/>
              <a:t>::cur)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600" dirty="0" err="1"/>
              <a:t>Fileobject.seekg</a:t>
            </a:r>
            <a:r>
              <a:rPr lang="en-US" altLang="ko-KR" sz="1600" dirty="0"/>
              <a:t>(n, </a:t>
            </a:r>
            <a:r>
              <a:rPr lang="en-US" altLang="ko-KR" sz="1600" dirty="0" err="1"/>
              <a:t>ios</a:t>
            </a:r>
            <a:r>
              <a:rPr lang="en-US" altLang="ko-KR" sz="1600" dirty="0"/>
              <a:t>::end)</a:t>
            </a:r>
            <a:endParaRPr lang="en-US" altLang="ko-KR" sz="16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600" dirty="0" err="1"/>
              <a:t>Fileobject.seekg</a:t>
            </a:r>
            <a:r>
              <a:rPr lang="en-US" altLang="ko-KR" sz="1600" dirty="0"/>
              <a:t>(0, </a:t>
            </a:r>
            <a:r>
              <a:rPr lang="en-US" altLang="ko-KR" sz="1600" dirty="0" err="1"/>
              <a:t>ios</a:t>
            </a:r>
            <a:r>
              <a:rPr lang="en-US" altLang="ko-KR" sz="1600" dirty="0"/>
              <a:t>::end)</a:t>
            </a:r>
          </a:p>
          <a:p>
            <a:pPr marL="457200" lvl="1" indent="0">
              <a:buNone/>
            </a:pPr>
            <a:endParaRPr lang="en-US" altLang="ko-KR" sz="2000" dirty="0"/>
          </a:p>
          <a:p>
            <a:r>
              <a:rPr lang="en-US" altLang="ko-KR" sz="2400" b="1" dirty="0" err="1"/>
              <a:t>tellg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tellp</a:t>
            </a:r>
            <a:r>
              <a:rPr lang="en-US" altLang="ko-KR" sz="2400" b="1" dirty="0"/>
              <a:t> (</a:t>
            </a:r>
            <a:r>
              <a:rPr lang="en-US" altLang="ko-KR" sz="2400" b="1" dirty="0" err="1"/>
              <a:t>istream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ostream</a:t>
            </a:r>
            <a:r>
              <a:rPr lang="en-US" altLang="ko-KR" sz="2400" b="1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/>
              <a:t>C</a:t>
            </a:r>
            <a:r>
              <a:rPr lang="ko-KR" altLang="en-US" sz="2000" dirty="0"/>
              <a:t>언어에서 </a:t>
            </a:r>
            <a:r>
              <a:rPr lang="en-US" altLang="ko-KR" sz="2000" dirty="0" err="1"/>
              <a:t>ftell</a:t>
            </a:r>
            <a:r>
              <a:rPr lang="ko-KR" altLang="en-US" sz="2000" dirty="0"/>
              <a:t>과 같은 함수</a:t>
            </a:r>
            <a:endParaRPr lang="en-US" altLang="ko-KR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파일에서 현재 위치를 </a:t>
            </a:r>
            <a:r>
              <a:rPr lang="ko-KR" altLang="en-US" sz="2000" dirty="0" err="1"/>
              <a:t>정수값으로</a:t>
            </a:r>
            <a:r>
              <a:rPr lang="ko-KR" altLang="en-US" sz="2000" dirty="0"/>
              <a:t> 리턴</a:t>
            </a:r>
            <a:br>
              <a:rPr lang="en-US" altLang="ko-KR" sz="2000" dirty="0"/>
            </a:br>
            <a:endParaRPr lang="en-US" altLang="ko-KR" sz="2000" dirty="0"/>
          </a:p>
          <a:p>
            <a:pPr lvl="1"/>
            <a:endParaRPr lang="en-US" altLang="ko-KR" sz="16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8593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파일 위치 지정자 예시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052736"/>
            <a:ext cx="6697010" cy="49632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09579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파일 위치 지정자 예시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052736"/>
            <a:ext cx="6697010" cy="49632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308" y="946516"/>
            <a:ext cx="3868791" cy="75429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796" y="2040766"/>
            <a:ext cx="3689702" cy="110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471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파일 위치 지정자 예시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08900"/>
            <a:ext cx="6162111" cy="5749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560" y="908720"/>
            <a:ext cx="1917848" cy="11271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9049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파일 위치 지정자 예시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82422"/>
            <a:ext cx="4867657" cy="419079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209" y="1162890"/>
            <a:ext cx="3629287" cy="16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80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27703" y="1387651"/>
            <a:ext cx="8229600" cy="4709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1510" indent="-514350">
              <a:buFont typeface="+mj-lt"/>
              <a:buAutoNum type="arabicPeriod"/>
            </a:pPr>
            <a:r>
              <a:rPr lang="ko-KR" altLang="en-US" sz="2400" dirty="0">
                <a:latin typeface="+mn-lt"/>
              </a:rPr>
              <a:t>학생들의 이름과 점수를 입력 받아 </a:t>
            </a:r>
            <a:r>
              <a:rPr lang="en-US" altLang="ko-KR" sz="2400" dirty="0">
                <a:latin typeface="+mn-lt"/>
              </a:rPr>
              <a:t>hw.txt </a:t>
            </a:r>
            <a:r>
              <a:rPr lang="ko-KR" altLang="en-US" sz="2400" dirty="0">
                <a:latin typeface="+mn-lt"/>
              </a:rPr>
              <a:t>파일에 기록 후 </a:t>
            </a:r>
            <a:r>
              <a:rPr lang="en-US" altLang="ko-KR" sz="2400" dirty="0">
                <a:latin typeface="+mn-lt"/>
              </a:rPr>
              <a:t>hw.txt </a:t>
            </a:r>
            <a:r>
              <a:rPr lang="ko-KR" altLang="en-US" sz="2400" dirty="0">
                <a:latin typeface="+mn-lt"/>
              </a:rPr>
              <a:t>파일을 읽어 화면에 출력</a:t>
            </a:r>
            <a:endParaRPr lang="en-US" altLang="ko-KR" sz="2400" dirty="0">
              <a:latin typeface="+mn-lt"/>
            </a:endParaRPr>
          </a:p>
          <a:p>
            <a:pPr marL="651510" indent="-514350">
              <a:buFont typeface="+mj-lt"/>
              <a:buAutoNum type="arabicPeriod"/>
            </a:pPr>
            <a:r>
              <a:rPr lang="ko-KR" altLang="en-US" sz="2400" dirty="0">
                <a:latin typeface="+mn-lt"/>
              </a:rPr>
              <a:t>평균을 계산 후 점수와 비교하여 메뉴 선택 시 적절한 학생 이름과 점수를 출력</a:t>
            </a:r>
            <a:endParaRPr lang="en-US" altLang="ko-KR" sz="2400" dirty="0">
              <a:latin typeface="+mn-lt"/>
            </a:endParaRPr>
          </a:p>
          <a:p>
            <a:pPr marL="651510" indent="-514350">
              <a:buFont typeface="+mj-lt"/>
              <a:buAutoNum type="arabicPeriod"/>
            </a:pPr>
            <a:r>
              <a:rPr lang="en-US" altLang="ko-KR" sz="2400" dirty="0">
                <a:latin typeface="+mn-lt"/>
              </a:rPr>
              <a:t>2</a:t>
            </a:r>
            <a:r>
              <a:rPr lang="ko-KR" altLang="en-US" sz="2400" dirty="0">
                <a:latin typeface="+mn-lt"/>
              </a:rPr>
              <a:t>의 비교</a:t>
            </a:r>
            <a:r>
              <a:rPr lang="en-US" altLang="ko-KR" sz="2400" dirty="0">
                <a:latin typeface="+mn-lt"/>
              </a:rPr>
              <a:t>, </a:t>
            </a:r>
            <a:r>
              <a:rPr lang="ko-KR" altLang="en-US" sz="2400" dirty="0">
                <a:latin typeface="+mn-lt"/>
              </a:rPr>
              <a:t>출력은 사용자가 입력한 이름과 점수를 따로 배열이나 변수에 저장했다가 사용하는 것이 아니라</a:t>
            </a:r>
            <a:r>
              <a:rPr lang="en-US" altLang="ko-KR" sz="2400" dirty="0">
                <a:latin typeface="+mn-lt"/>
              </a:rPr>
              <a:t> </a:t>
            </a:r>
            <a:r>
              <a:rPr lang="ko-KR" altLang="en-US" sz="2400" dirty="0">
                <a:latin typeface="+mn-lt"/>
              </a:rPr>
              <a:t>항상 </a:t>
            </a:r>
            <a:r>
              <a:rPr lang="en-US" altLang="ko-KR" sz="2400" dirty="0">
                <a:latin typeface="+mn-lt"/>
              </a:rPr>
              <a:t>hw.txt </a:t>
            </a:r>
            <a:r>
              <a:rPr lang="ko-KR" altLang="en-US" sz="2400" dirty="0">
                <a:latin typeface="+mn-lt"/>
              </a:rPr>
              <a:t>파일을 읽어야 함</a:t>
            </a:r>
            <a:endParaRPr lang="en-US" altLang="ko-KR" sz="2400" dirty="0">
              <a:latin typeface="+mn-lt"/>
            </a:endParaRPr>
          </a:p>
          <a:p>
            <a:pPr marL="651510" indent="-514350">
              <a:buFont typeface="+mj-lt"/>
              <a:buAutoNum type="arabicPeriod"/>
            </a:pPr>
            <a:r>
              <a:rPr lang="ko-KR" altLang="en-US" sz="2400" dirty="0">
                <a:latin typeface="+mn-lt"/>
              </a:rPr>
              <a:t>프로그램 실행 시 </a:t>
            </a:r>
            <a:r>
              <a:rPr lang="en-US" altLang="ko-KR" sz="2400" dirty="0">
                <a:latin typeface="+mn-lt"/>
              </a:rPr>
              <a:t>hw.txt </a:t>
            </a:r>
            <a:r>
              <a:rPr lang="ko-KR" altLang="en-US" sz="2400" dirty="0">
                <a:latin typeface="+mn-lt"/>
              </a:rPr>
              <a:t>파일이 생성되어야 함</a:t>
            </a:r>
            <a:endParaRPr lang="en-US" altLang="ko-KR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519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결과 예시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2127126"/>
            <a:ext cx="3438525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981" y="2127126"/>
            <a:ext cx="1524000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774" y="2127126"/>
            <a:ext cx="1485900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131888"/>
            <a:ext cx="1438275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161" y="4935438"/>
            <a:ext cx="2905125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63860"/>
            <a:ext cx="314325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2352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 주의사항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1628800"/>
            <a:ext cx="882047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꼭 프로젝트 폴더 전체를 압축하여 제출하세요</a:t>
            </a:r>
            <a:r>
              <a:rPr lang="en-US" altLang="ko-KR" b="1" dirty="0"/>
              <a:t>. 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_</a:t>
            </a:r>
            <a:r>
              <a:rPr lang="ko-KR" altLang="en-US" b="1" dirty="0">
                <a:solidFill>
                  <a:srgbClr val="FF0000"/>
                </a:solidFill>
              </a:rPr>
              <a:t>이름</a:t>
            </a:r>
            <a:r>
              <a:rPr lang="en-US" altLang="ko-KR" b="1" dirty="0">
                <a:solidFill>
                  <a:srgbClr val="FF0000"/>
                </a:solidFill>
              </a:rPr>
              <a:t>).zip</a:t>
            </a:r>
            <a:r>
              <a:rPr lang="en-US" altLang="ko-KR" b="1" dirty="0"/>
              <a:t> </a:t>
            </a:r>
            <a:r>
              <a:rPr lang="ko-KR" altLang="en-US" b="1" dirty="0"/>
              <a:t>형태로 제출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제출 시간이 </a:t>
            </a:r>
            <a:r>
              <a:rPr lang="en-US" altLang="ko-KR" b="1" dirty="0"/>
              <a:t>11</a:t>
            </a:r>
            <a:r>
              <a:rPr lang="ko-KR" altLang="en-US" b="1" dirty="0"/>
              <a:t>시</a:t>
            </a:r>
            <a:r>
              <a:rPr lang="en-US" altLang="ko-KR" b="1" dirty="0"/>
              <a:t>59</a:t>
            </a:r>
            <a:r>
              <a:rPr lang="ko-KR" altLang="en-US" b="1" dirty="0"/>
              <a:t>분</a:t>
            </a:r>
            <a:r>
              <a:rPr lang="en-US" altLang="ko-KR" b="1" dirty="0"/>
              <a:t>59</a:t>
            </a:r>
            <a:r>
              <a:rPr lang="ko-KR" altLang="en-US" b="1" dirty="0"/>
              <a:t>초에서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ko-KR" altLang="en-US" b="1" dirty="0">
                <a:solidFill>
                  <a:srgbClr val="FF0000"/>
                </a:solidFill>
              </a:rPr>
              <a:t>초라도 늦으면 불인정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성적 문의는 상담시간을 참고하여 하이테크 </a:t>
            </a:r>
            <a:r>
              <a:rPr lang="en-US" altLang="ko-KR" b="1" dirty="0"/>
              <a:t>1307</a:t>
            </a:r>
            <a:r>
              <a:rPr lang="ko-KR" altLang="en-US" b="1" dirty="0"/>
              <a:t>호로 오세요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r>
              <a:rPr lang="en-US" altLang="ko-KR" sz="1600" b="1" dirty="0"/>
              <a:t>(</a:t>
            </a:r>
            <a:r>
              <a:rPr lang="ko-KR" altLang="en-US" sz="1600" b="1" dirty="0"/>
              <a:t>정말 이건 감점 사유가 아니다 싶은 것만 오시길 바랍니다</a:t>
            </a:r>
            <a:r>
              <a:rPr lang="en-US" altLang="ko-KR" sz="1600" b="1" dirty="0"/>
              <a:t>.)</a:t>
            </a: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sz="1400" b="1" dirty="0"/>
            </a:b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34047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2674</TotalTime>
  <Words>287</Words>
  <Application>Microsoft Office PowerPoint</Application>
  <PresentationFormat>화면 슬라이드 쇼(4:3)</PresentationFormat>
  <Paragraphs>94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Arial Unicode MS</vt:lpstr>
      <vt:lpstr>맑은 고딕</vt:lpstr>
      <vt:lpstr>Arial</vt:lpstr>
      <vt:lpstr>Tahoma</vt:lpstr>
      <vt:lpstr>Times New Roman</vt:lpstr>
      <vt:lpstr>Wingdings</vt:lpstr>
      <vt:lpstr>Office 테마</vt:lpstr>
      <vt:lpstr>디자인 사용자 지정</vt:lpstr>
      <vt:lpstr>Object-oriented Programming</vt:lpstr>
      <vt:lpstr>파일 입출력 클래스</vt:lpstr>
      <vt:lpstr>파일 입출력 클래스</vt:lpstr>
      <vt:lpstr>파일 입출력 클래스</vt:lpstr>
      <vt:lpstr>ofstream 예시</vt:lpstr>
      <vt:lpstr>ofstream 예시</vt:lpstr>
      <vt:lpstr>ifstream 예시</vt:lpstr>
      <vt:lpstr>ifstream 예시</vt:lpstr>
      <vt:lpstr>파일 위치 지정자</vt:lpstr>
      <vt:lpstr>파일 위치 지정자 예시1</vt:lpstr>
      <vt:lpstr>파일 위치 지정자 예시1</vt:lpstr>
      <vt:lpstr>파일 위치 지정자 예시2</vt:lpstr>
      <vt:lpstr>파일 위치 지정자 예시2</vt:lpstr>
      <vt:lpstr>과제</vt:lpstr>
      <vt:lpstr>결과 예시</vt:lpstr>
      <vt:lpstr>과제 주의사항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Hanju</dc:creator>
  <cp:lastModifiedBy>namazzan93@gmail.com</cp:lastModifiedBy>
  <cp:revision>260</cp:revision>
  <cp:lastPrinted>2015-10-28T23:12:44Z</cp:lastPrinted>
  <dcterms:created xsi:type="dcterms:W3CDTF">2012-06-15T20:49:53Z</dcterms:created>
  <dcterms:modified xsi:type="dcterms:W3CDTF">2016-11-16T22:18:48Z</dcterms:modified>
</cp:coreProperties>
</file>