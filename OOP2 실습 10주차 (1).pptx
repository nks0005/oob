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8"/>
  </p:notesMasterIdLst>
  <p:handoutMasterIdLst>
    <p:handoutMasterId r:id="rId9"/>
  </p:handoutMasterIdLst>
  <p:sldIdLst>
    <p:sldId id="291" r:id="rId3"/>
    <p:sldId id="356" r:id="rId4"/>
    <p:sldId id="284" r:id="rId5"/>
    <p:sldId id="392" r:id="rId6"/>
    <p:sldId id="306" r:id="rId7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0AFD4"/>
    <a:srgbClr val="B1C7E1"/>
    <a:srgbClr val="C2E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84991" autoAdjust="0"/>
  </p:normalViewPr>
  <p:slideViewPr>
    <p:cSldViewPr>
      <p:cViewPr varScale="1">
        <p:scale>
          <a:sx n="94" d="100"/>
          <a:sy n="94" d="100"/>
        </p:scale>
        <p:origin x="93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2016-11-02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2016-11-02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90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2016-11-02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2016-11-02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2016-11-02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10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187624" y="3933056"/>
            <a:ext cx="6696744" cy="2079104"/>
          </a:xfrm>
        </p:spPr>
        <p:txBody>
          <a:bodyPr>
            <a:noAutofit/>
          </a:bodyPr>
          <a:lstStyle/>
          <a:p>
            <a:pPr algn="r"/>
            <a:r>
              <a:rPr lang="en-US" altLang="ko-KR" sz="12000" dirty="0">
                <a:solidFill>
                  <a:srgbClr val="C00000"/>
                </a:solidFill>
                <a:effectLst>
                  <a:outerShdw blurRad="50800" dist="76200" dir="4200000" sx="102000" sy="102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Test</a:t>
            </a:r>
            <a:endParaRPr lang="ko-KR" altLang="en-US" sz="12000" b="1" dirty="0">
              <a:solidFill>
                <a:srgbClr val="C00000"/>
              </a:solidFill>
              <a:effectLst>
                <a:outerShdw blurRad="50800" dist="76200" dir="4200000" sx="102000" sy="102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20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Test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0" y="1556792"/>
            <a:ext cx="9036496" cy="4905435"/>
          </a:xfrm>
        </p:spPr>
        <p:txBody>
          <a:bodyPr>
            <a:noAutofit/>
          </a:bodyPr>
          <a:lstStyle/>
          <a:p>
            <a:r>
              <a:rPr lang="ko-K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인하대의 어느 음료 자판기에는 총 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ko-K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가지 음료수를 판매하고 있다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코카콜라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800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원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포카리스웨트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900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원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맥스웰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600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원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레몬에이드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700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원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삼다수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원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레드불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5000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원</a:t>
            </a:r>
            <a:b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음료수에 대한 정보와 음료 판매를 담당하는 클래스인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VendingMachine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class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음료수 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가격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재고 등의 정보를 저장하고 있는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Berverage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클래스를 정의하여라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VendingMachine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클래스 특이사항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Arial" panose="020B0604020202020204" pitchFamily="34" charset="0"/>
                <a:cs typeface="Arial" panose="020B0604020202020204" pitchFamily="34" charset="0"/>
              </a:rPr>
              <a:t>Berverage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en-US" altLang="ko-KR" sz="1050" dirty="0" err="1">
                <a:latin typeface="Arial" panose="020B0604020202020204" pitchFamily="34" charset="0"/>
                <a:cs typeface="Arial" panose="020B0604020202020204" pitchFamily="34" charset="0"/>
              </a:rPr>
              <a:t>ptr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멤버변수로 갖는다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음료수에 대한 정보는 생성자에서 초기화된다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동적배열을 손쉽게 다루기 위하여 배열 연산자 오버로딩을 수행한다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사용자로부터 판매할 음료의 종류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수량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돈을 얼마 넣을지를 입력 받는다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남은 음료 재고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수입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거스름돈 현황을 출력할 수 있다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Berverage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클래스 특이사항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음료의 이름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가격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재고를 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멤버변수로 갖는다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음료 판매를 손쉽게 수행하기 위하여 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-= </a:t>
            </a:r>
            <a:r>
              <a:rPr lang="ko-KR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연산자 오버로딩을 수행한다</a:t>
            </a:r>
            <a: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altLang="ko-KR" sz="105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가능한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모든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예외처리를 수행하시기 바랍니다</a:t>
            </a:r>
            <a:r>
              <a:rPr lang="en-US" altLang="ko-KR" sz="1600">
                <a:latin typeface="Arial" panose="020B0604020202020204" pitchFamily="34" charset="0"/>
                <a:cs typeface="Arial" panose="020B0604020202020204" pitchFamily="34" charset="0"/>
              </a:rPr>
              <a:t>. 	  </a:t>
            </a:r>
            <a:r>
              <a:rPr lang="ko-KR" altLang="en-US" sz="1600">
                <a:latin typeface="Arial" panose="020B0604020202020204" pitchFamily="34" charset="0"/>
                <a:cs typeface="Arial" panose="020B0604020202020204" pitchFamily="34" charset="0"/>
              </a:rPr>
              <a:t>입출력은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결과 예시를 참고하세요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10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033572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VendingMachine</a:t>
            </a:r>
            <a:r>
              <a:rPr lang="en-US" altLang="ko-KR" sz="2800" b="1" dirty="0"/>
              <a:t> class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103" y="260648"/>
            <a:ext cx="4695105" cy="623295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 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3" name="화살표: 왼쪽 12"/>
          <p:cNvSpPr/>
          <p:nvPr/>
        </p:nvSpPr>
        <p:spPr>
          <a:xfrm>
            <a:off x="3681080" y="1988840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왼쪽 13"/>
          <p:cNvSpPr/>
          <p:nvPr/>
        </p:nvSpPr>
        <p:spPr>
          <a:xfrm>
            <a:off x="4977224" y="2348880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왼쪽 14"/>
          <p:cNvSpPr/>
          <p:nvPr/>
        </p:nvSpPr>
        <p:spPr>
          <a:xfrm>
            <a:off x="3681080" y="2924944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왼쪽 15"/>
          <p:cNvSpPr/>
          <p:nvPr/>
        </p:nvSpPr>
        <p:spPr>
          <a:xfrm>
            <a:off x="5265256" y="3305117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왼쪽 16"/>
          <p:cNvSpPr/>
          <p:nvPr/>
        </p:nvSpPr>
        <p:spPr>
          <a:xfrm>
            <a:off x="3681080" y="3878952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왼쪽 17"/>
          <p:cNvSpPr/>
          <p:nvPr/>
        </p:nvSpPr>
        <p:spPr>
          <a:xfrm>
            <a:off x="3681080" y="5877272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35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Test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</a:t>
            </a:r>
            <a:r>
              <a:rPr lang="ko-KR" altLang="en-US" sz="2400" b="1" dirty="0">
                <a:solidFill>
                  <a:srgbClr val="FF0000"/>
                </a:solidFill>
              </a:rPr>
              <a:t>굉장히 꼼꼼하게</a:t>
            </a:r>
            <a:r>
              <a:rPr lang="ko-KR" altLang="en-US" b="1" dirty="0"/>
              <a:t>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수업 도중 제출을 하지 못한다면 감점이 있습니다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2559</TotalTime>
  <Words>51</Words>
  <Application>Microsoft Office PowerPoint</Application>
  <PresentationFormat>화면 슬라이드 쇼(4:3)</PresentationFormat>
  <Paragraphs>36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Arial Unicode MS</vt:lpstr>
      <vt:lpstr>맑은 고딕</vt:lpstr>
      <vt:lpstr>Arial</vt:lpstr>
      <vt:lpstr>Tahoma</vt:lpstr>
      <vt:lpstr>Times New Roman</vt:lpstr>
      <vt:lpstr>Wingdings</vt:lpstr>
      <vt:lpstr>Office 테마</vt:lpstr>
      <vt:lpstr>디자인 사용자 지정</vt:lpstr>
      <vt:lpstr>Object-oriented Programming</vt:lpstr>
      <vt:lpstr>Test</vt:lpstr>
      <vt:lpstr>Test</vt:lpstr>
      <vt:lpstr>결과 예시</vt:lpstr>
      <vt:lpstr>Test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Zzan</cp:lastModifiedBy>
  <cp:revision>250</cp:revision>
  <cp:lastPrinted>2015-10-28T23:12:44Z</cp:lastPrinted>
  <dcterms:created xsi:type="dcterms:W3CDTF">2012-06-15T20:49:53Z</dcterms:created>
  <dcterms:modified xsi:type="dcterms:W3CDTF">2016-11-02T13:13:42Z</dcterms:modified>
</cp:coreProperties>
</file>